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6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gduQYxz0qx/gpUZMrTDJjCwO6y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73581" y="2742325"/>
            <a:ext cx="4143972" cy="137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12B01FAC-3DA4-4375-89EA-60CF3A2DAF53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l="8927" t="21625" b="26707"/>
          <a:stretch/>
        </p:blipFill>
        <p:spPr>
          <a:xfrm>
            <a:off x="6474449" y="2742324"/>
            <a:ext cx="3631238" cy="137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91454" y="5524860"/>
            <a:ext cx="2504546" cy="826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C6203D34-C22B-4F58-9AC2-6AE347BF3542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 l="6782" t="23634" b="27004"/>
          <a:stretch/>
        </p:blipFill>
        <p:spPr>
          <a:xfrm>
            <a:off x="6251712" y="5560295"/>
            <a:ext cx="2140225" cy="755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10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43" name="Google Shape;43;p1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4;p10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49" name="Google Shape;49;p10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23;p8">
            <a:extLst>
              <a:ext uri="{FF2B5EF4-FFF2-40B4-BE49-F238E27FC236}">
                <a16:creationId xmlns:a16="http://schemas.microsoft.com/office/drawing/2014/main" id="{431C04AC-A4A6-4299-851D-03A161BDC51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3;p8">
            <a:extLst>
              <a:ext uri="{FF2B5EF4-FFF2-40B4-BE49-F238E27FC236}">
                <a16:creationId xmlns:a16="http://schemas.microsoft.com/office/drawing/2014/main" id="{76C63F06-FA72-4EC4-BE93-C5D49251651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972EE9E0-8D72-419E-BA83-B23AA402B6D9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81;p12" title="WhatsApp_Image_2026-02-10_at_3.09.16_PM__2_-removebg-preview.png">
            <a:extLst>
              <a:ext uri="{FF2B5EF4-FFF2-40B4-BE49-F238E27FC236}">
                <a16:creationId xmlns:a16="http://schemas.microsoft.com/office/drawing/2014/main" id="{E9434DD9-B22F-44A0-AD68-DCDEA1841A4E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3;p12" title="WhatsApp_Image_2026-02-10_at_3.09.16_PM__1_-removebg-preview.png">
            <a:extLst>
              <a:ext uri="{FF2B5EF4-FFF2-40B4-BE49-F238E27FC236}">
                <a16:creationId xmlns:a16="http://schemas.microsoft.com/office/drawing/2014/main" id="{D6A68CA1-6255-41E3-8A7B-D63CEA78B745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B8B08D4E-F554-4158-ACEE-F5D8ADCB50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1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55" name="Google Shape;55;p1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11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23;p8">
            <a:extLst>
              <a:ext uri="{FF2B5EF4-FFF2-40B4-BE49-F238E27FC236}">
                <a16:creationId xmlns:a16="http://schemas.microsoft.com/office/drawing/2014/main" id="{6890FA65-C5EB-4FA0-8F95-74DB163D487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3;p8">
            <a:extLst>
              <a:ext uri="{FF2B5EF4-FFF2-40B4-BE49-F238E27FC236}">
                <a16:creationId xmlns:a16="http://schemas.microsoft.com/office/drawing/2014/main" id="{75ABE472-6981-453E-8B1B-10CC6315899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6D755EC5-4339-4B81-A4FF-71054FCF9972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1;p12" title="WhatsApp_Image_2026-02-10_at_3.09.16_PM__2_-removebg-preview.png">
            <a:extLst>
              <a:ext uri="{FF2B5EF4-FFF2-40B4-BE49-F238E27FC236}">
                <a16:creationId xmlns:a16="http://schemas.microsoft.com/office/drawing/2014/main" id="{48BA0DA4-4A57-4840-B677-C1AF0BB51DB4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83;p12" title="WhatsApp_Image_2026-02-10_at_3.09.16_PM__1_-removebg-preview.png">
            <a:extLst>
              <a:ext uri="{FF2B5EF4-FFF2-40B4-BE49-F238E27FC236}">
                <a16:creationId xmlns:a16="http://schemas.microsoft.com/office/drawing/2014/main" id="{F20ADBCB-9425-4BFD-A0A4-2EBEDED613B8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CE4BFF22-25D9-4847-AD0B-19C0BA3863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2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69" name="Google Shape;69;p1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2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73" name="Google Shape;73;p12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" name="Google Shape;74;p12"/>
          <p:cNvGrpSpPr/>
          <p:nvPr/>
        </p:nvGrpSpPr>
        <p:grpSpPr>
          <a:xfrm>
            <a:off x="0" y="5716598"/>
            <a:ext cx="11959586" cy="939388"/>
            <a:chOff x="0" y="5716598"/>
            <a:chExt cx="11959586" cy="939388"/>
          </a:xfrm>
        </p:grpSpPr>
        <p:pic>
          <p:nvPicPr>
            <p:cNvPr id="75" name="Google Shape;75;p12"/>
            <p:cNvPicPr preferRelativeResize="0"/>
            <p:nvPr/>
          </p:nvPicPr>
          <p:blipFill rotWithShape="1">
            <a:blip r:embed="rId2">
              <a:alphaModFix/>
            </a:blip>
            <a:srcRect l="-960" t="120710" r="960" b="-120710"/>
            <a:stretch/>
          </p:blipFill>
          <p:spPr>
            <a:xfrm>
              <a:off x="0" y="5716598"/>
              <a:ext cx="11034644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2"/>
            <p:cNvSpPr/>
            <p:nvPr/>
          </p:nvSpPr>
          <p:spPr>
            <a:xfrm>
              <a:off x="11020286" y="5716598"/>
              <a:ext cx="939300" cy="939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2"/>
          <p:cNvSpPr txBox="1">
            <a:spLocks noGrp="1"/>
          </p:cNvSpPr>
          <p:nvPr>
            <p:ph type="title" idx="2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3"/>
          </p:nvPr>
        </p:nvSpPr>
        <p:spPr>
          <a:xfrm>
            <a:off x="11194770" y="6004476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80" name="Google Shape;80;p12"/>
          <p:cNvSpPr/>
          <p:nvPr/>
        </p:nvSpPr>
        <p:spPr>
          <a:xfrm>
            <a:off x="237434" y="6004476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</a:endParaRPr>
          </a:p>
        </p:txBody>
      </p:sp>
      <p:pic>
        <p:nvPicPr>
          <p:cNvPr id="81" name="Google Shape;81;p12" title="WhatsApp_Image_2026-02-10_at_3.09.16_PM__2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2" title="WhatsApp_Image_2026-02-10_at_3.09.16_PM__1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;p8">
            <a:extLst>
              <a:ext uri="{FF2B5EF4-FFF2-40B4-BE49-F238E27FC236}">
                <a16:creationId xmlns:a16="http://schemas.microsoft.com/office/drawing/2014/main" id="{1861751A-606E-445D-9818-64C6E8AE544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3;p8">
            <a:extLst>
              <a:ext uri="{FF2B5EF4-FFF2-40B4-BE49-F238E27FC236}">
                <a16:creationId xmlns:a16="http://schemas.microsoft.com/office/drawing/2014/main" id="{BA392C22-2E6C-4DA2-971C-AF6D59F54A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5AB83A8B-A1FB-4C86-9254-729E2BF437CB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5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426F236A-0AE7-4E06-A49C-34F57340FF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4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87" name="Google Shape;87;p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4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200" cy="4541308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55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23;p8">
            <a:extLst>
              <a:ext uri="{FF2B5EF4-FFF2-40B4-BE49-F238E27FC236}">
                <a16:creationId xmlns:a16="http://schemas.microsoft.com/office/drawing/2014/main" id="{CA5A36D6-9C6B-4F80-A49A-313CF1BF5D3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3;p8">
            <a:extLst>
              <a:ext uri="{FF2B5EF4-FFF2-40B4-BE49-F238E27FC236}">
                <a16:creationId xmlns:a16="http://schemas.microsoft.com/office/drawing/2014/main" id="{1882CE0B-27DE-4301-ADD4-D83AE3E7B25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1CBDE60A-1E7C-44B2-94FA-3A0B6BD546D5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81;p12" title="WhatsApp_Image_2026-02-10_at_3.09.16_PM__2_-removebg-preview.png">
            <a:extLst>
              <a:ext uri="{FF2B5EF4-FFF2-40B4-BE49-F238E27FC236}">
                <a16:creationId xmlns:a16="http://schemas.microsoft.com/office/drawing/2014/main" id="{FD933A70-A571-41E5-8637-388B138C23FD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3;p12" title="WhatsApp_Image_2026-02-10_at_3.09.16_PM__1_-removebg-preview.png">
            <a:extLst>
              <a:ext uri="{FF2B5EF4-FFF2-40B4-BE49-F238E27FC236}">
                <a16:creationId xmlns:a16="http://schemas.microsoft.com/office/drawing/2014/main" id="{728B1917-F6F0-4BFD-A696-C4B59A12D38C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C2326DC2-3AFD-494D-84D5-E50EB713D1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5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99" name="Google Shape;99;p1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5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23;p8">
            <a:extLst>
              <a:ext uri="{FF2B5EF4-FFF2-40B4-BE49-F238E27FC236}">
                <a16:creationId xmlns:a16="http://schemas.microsoft.com/office/drawing/2014/main" id="{A5499759-95CA-45D0-BDC8-050D6D10ED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3;p8">
            <a:extLst>
              <a:ext uri="{FF2B5EF4-FFF2-40B4-BE49-F238E27FC236}">
                <a16:creationId xmlns:a16="http://schemas.microsoft.com/office/drawing/2014/main" id="{33F4A9B6-A501-48B3-AF7A-911806C8D34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957FC418-D24A-41B6-8726-D018B1D13E64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81;p12" title="WhatsApp_Image_2026-02-10_at_3.09.16_PM__2_-removebg-preview.png">
            <a:extLst>
              <a:ext uri="{FF2B5EF4-FFF2-40B4-BE49-F238E27FC236}">
                <a16:creationId xmlns:a16="http://schemas.microsoft.com/office/drawing/2014/main" id="{4D138A27-6498-483F-B4F3-C3DCD2147040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83;p12" title="WhatsApp_Image_2026-02-10_at_3.09.16_PM__1_-removebg-preview.png">
            <a:extLst>
              <a:ext uri="{FF2B5EF4-FFF2-40B4-BE49-F238E27FC236}">
                <a16:creationId xmlns:a16="http://schemas.microsoft.com/office/drawing/2014/main" id="{08A3201B-3470-4938-AE1B-24334FFFA58E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FF36DDC9-AD0D-4594-A87C-5B94099EF3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6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110" name="Google Shape;110;p1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6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23;p8">
            <a:extLst>
              <a:ext uri="{FF2B5EF4-FFF2-40B4-BE49-F238E27FC236}">
                <a16:creationId xmlns:a16="http://schemas.microsoft.com/office/drawing/2014/main" id="{240F3FDD-AA1A-4993-AE8C-728DF088AD4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4183" r="1766"/>
          <a:stretch/>
        </p:blipFill>
        <p:spPr>
          <a:xfrm>
            <a:off x="7659116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3;p8">
            <a:extLst>
              <a:ext uri="{FF2B5EF4-FFF2-40B4-BE49-F238E27FC236}">
                <a16:creationId xmlns:a16="http://schemas.microsoft.com/office/drawing/2014/main" id="{AB527877-2AF0-4623-B4D2-9B32FD304BC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312" r="83637"/>
          <a:stretch/>
        </p:blipFill>
        <p:spPr>
          <a:xfrm>
            <a:off x="9309655" y="5716598"/>
            <a:ext cx="1550504" cy="93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17;p16" title="ChatGPT_Image_10_feb_2026__03_37_58_p.m.-removebg-preview.png">
            <a:extLst>
              <a:ext uri="{FF2B5EF4-FFF2-40B4-BE49-F238E27FC236}">
                <a16:creationId xmlns:a16="http://schemas.microsoft.com/office/drawing/2014/main" id="{3E4AF8F2-03B6-4743-83AE-A99E64B1768D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 t="19004" b="19104"/>
          <a:stretch/>
        </p:blipFill>
        <p:spPr>
          <a:xfrm>
            <a:off x="9209620" y="5835909"/>
            <a:ext cx="1698394" cy="70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81;p12" title="WhatsApp_Image_2026-02-10_at_3.09.16_PM__2_-removebg-preview.png">
            <a:extLst>
              <a:ext uri="{FF2B5EF4-FFF2-40B4-BE49-F238E27FC236}">
                <a16:creationId xmlns:a16="http://schemas.microsoft.com/office/drawing/2014/main" id="{85D54CD0-F410-40F5-BF48-BA84389493C2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83;p12" title="WhatsApp_Image_2026-02-10_at_3.09.16_PM__1_-removebg-preview.png">
            <a:extLst>
              <a:ext uri="{FF2B5EF4-FFF2-40B4-BE49-F238E27FC236}">
                <a16:creationId xmlns:a16="http://schemas.microsoft.com/office/drawing/2014/main" id="{2EFA06C1-F9E6-4218-9C6F-7A4382ACDED4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2000" y="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2" descr="data:image/png;base64,iVBORw0KGgoAAAANSUhEUgAAAO4AAACUCAMAAACjieW3AAAB8lBMVEXZECP7+/v9///ZCh/YIinus7bcDyT3+vnXIizss7T//v8BjM36+Pn5//8Ai9LU1tP/+//c3L/MURPmxRzr4M/WAAAZWT5PnyVUkJ9Roy3dABrE0s4fXT7T4t79+fUYV0MAVivj6OeXsal+s3GlubNZpiIzezQAitf///YAZzQ5hzAAbTI6l80AWQDWWRvs8vHfADBNmy3/0BEAQCHuwsHoqbHfhYlmhHh6l4h/o5WMqJxdgW43a0ksaFAATitkcF7Myr1jdVpqm4Zeim4UXSeyycAUYjhBb1ohaEUzXkgAUBDA29KcpaI6dVvB17sARBBAdzgUYyAYTkxko1EulQAlbQCay7WOr5NdpXZOi0Azch9al3Tw//BGlDRXiFV6oYGw0KBcmVbiyZH168jq35fRzI3Yz6NUi4TXynuGup0pgauXpn2HnGrv4ePy1dDWlZU2f1EjgxpynmrIs3Wlc0ifgVJGc4+6gIOsXl7gPkWVvpPIjTNSuIAhnWVlq464AADWuKextaKBh2TSfhJkdHEAi+id0JCneTWSgGF9hYtnjLKumYDZpGSVtMPolDjBf0C6jm9eosffVWDWQyGEn1fbbnfrqBvbdCK7Tibr3hnQxhnZsCLfyFHFO0DHVlnVkGvQbDmYhIDBr7GBYlKMV1Y3RSg8d0sAAAAO1UlEQVR4nO3ci1PbZrYAcCQTBB8yFsVIGL0sYws/EoTwA8cOXjdg2cTE2DUxCaCUwMUtpLZx2iYNaSmU3Ww2pd0kXJK0tGmbu/0/98hJs5s23TtzpzMXMTrh4SH2jH8+n853jvxoa/sjw9behWN/XBD4qU5bxx96D//QsLgW1+JaXIt73MLiWlyLa3Et7nELi2txLa7FtbjHLSyuxbW4FtfiHrewuBbX4lpci3vcwuJaXIt7crkkfME3ARdIgjjpXAICRySGEIEhjCBPNhchRSIliTS+JQX9Lw+N2bkIY+NnE8m4wxFPJs7GWVjQ/+EGJueSdok9555wp/6UTr/thgvnWP4/rWeTcxF/fnKKo3P02UwmQWs0N5WMSyeY601pHJfieCQIiKdTdC6X8qCTyx2H3LqTEjJKFJImUyKtTaLf34zMzVXwcY2msxL1wkJJF1O0No6UXx6ME8UlKd4zrnHu8wpFGI0GgZSkG3Lt5Q0ngREK+etEm5mLkcr0OThyJyTFOFpJUpGyHE3npl/svhTysuhXXZaZuQSJvBdyopjKn0ekAp3VeD4FWrcHGbmlFDST5X/lNS/XqE5KJqvlaI2jkwo0V5MpTaO1qYuskV3SP1RIzBal149fE3IJIs8L0DmyvIJ7aY6jOY0uTfP8ROkdKNNcKuU1iJJSnpu7UrqUIf79+DUhV6h4ccmbTCYyEqzmc1OcqImaO5nURNFIbs5r+ND85SuMz6fLCwkFMykXph4cQ5lFwNJx3ljNAsYmcxws59TERFibEsXcJIu3inLmku5qeYte0rRcRUG8lk/Q0yyxxEskYReIzPTsBbf7LM+fFy9cmJ3ICIIdxl5PUtSC4GX0hasOZE4uQeVZtPjueFicX742VFDsK6tQofKZDKv4/2tFUdjWJdy5RiJleoHjdJcLvBcyuCm5aJlMOPKhyTAnM2UeR1R14L21VQHDcWnt3ffW3l+rCX5MkNbWnFXCz4sLC7IK+dWnEgRuPi4ckENSkl8PiQHVN8SzCbY33jO88d7169c/OL8xPNCL/NW1lbWV6iryr/YKKENrC0EV0rtwttao42bjCuSS6pjOLLpDqnplctyjrM53d3f39AwPt76BixsnNngYFwDuxPyZrKjJKsM0M43+BjIbF3NUXLvTZzc1Rg3R4xISrp/u6X4ZG63sCjjiK5fzOMIF8FKEYyaZDTWZ5m46FiXMxsX5afWGeDGg61oqQRb4D3/R9vT0fPTxTeCu59nKeuVymq3kkfA+8iNCuvVJZki9LsVuR3DSXFySmC7qohYIamIcFbbe3+h5ldzhO/4Z4BY+/azikPjtz9ZhT3ZWIcu125/v7Da/2I3Z6opiKi5MAH8W9U0NeokksTXkvP4K29M9vPfnvwz0Vj6r7X52Y/7y5XRlm4f0QslGXQ1PfKuwvY5L5QIyEZcgpcKkWAxyGieyd8tLaPXt7pfp7Rnu3rtpHLv8dn73+geF3fV5eGyqq8bEdPazCS1+Qz6zuzw3BFMiYRYu4q/N6TQn07SYvavzOIHWNoY37v3143v3/nb/3l63wa1UtitfPthdX6/wyLkCpRwjMk1Nu3r1kgwVWp03vObgEojfnHPJnAxzwFUG1iVB+d/t/njvZewPDw8U+MvrhXz6S2m9sr3Or0HHgRHeeKmoFXOyLvsYJpRBZskuifMXb7hUbkoTc3ND0HLAPLt786939vbga9/51V+6Bwrr24vbmfQOu315fbtQNc7toLQocrmFQIDRXT5XcEIRTMJFKD8plRkNRh/dteTJwHGJOzf+dmfna0NbOz3cPdDLVxzzn35w7/Knu/lK7yrkVlIUYyrkcgFGhWFBneWRSbjQLPGoMBfkaNlX3KwYp2T8zoGHfxe8vHOFfdjTDV1VZX27PvPFx7vP+e31ZSes963mXJFeoEWaCzLQTKoXEqbhjrMEpaiqmNP1ktdf2OIxwjmw8YWjZ/jh7umeFhc24/OFBx/tZi5XpF7gUsRdX1DMBTlRLDIqcN1xs3BJz0SGQmWGLgZDm4Xy0JLE250D92e+AmfaaK8MLspX1ncf5LfzBIKeGfowVmVo+hz0JRxkV1VnPWbhKpPuCRZtMVOyHLiiDmXmK7zfcfP+VyAd8P7CtSNFST8QeIThzlXjVAe55dMhteB1uVx6cDZvBq7dKMSJknuaL8zJcijI6Fc35/O8kN54+NXGcPfGw9Pdv3BxBFyYiHCnUzAKnDLk02lRK9Iq49JlkTAFF7oj1rsZck/n566EZFUtBWR9ixR2e06ffjjcff8V14gdg4v7iarQak6k8pzqFjVaZ3zBWZPsuwqVPxN2BwKpLLMQCroCIV0tUIQwOXz69Eb3xv3Tr45dhLCdjySDi68JrZHPTm3prisiXWJ0t8dOmoFrx5DnDJTXgCYuBGV1IaSWC7xid35x/1XcvH9/vOr89/hwyS4oCmLHEZ8ppOMac9Vbr1Om4JJIKU4mRDoQ0ORgMKSqV+dZwl59a+T1eOu1qOIYX+Hjs5mt3UeHjknmev37fpNklzTOLSdELsBpuhxUg4u8nbTf6e+wGf9sbQcH7R0dcAF+dLR1tH512O7YcX5x81yx6PrvZ4fOXTWdbhwSZuAa5yGUswoWB68WDOoLmzDNEksjxr0G2Mjjvr7HX+89AegoXB9+ALqtY2QJlxZLoYDOqGlquaJ7sixlmnmXVAiMmKYhvcFQKUNKfrzaPwr3u/3pt0dHfWNj3wC5E649CuntGDVu119F0mIwFJBdc4W8OqRzbgciKbNwSYpE+TCnAfcclhEItN/fNtr25Ftw9n17NDbW1/fNUbvhbG8fNX4PduzblfPNZiAU9JVVhtGmtPlF3hSL2eDyCkGhZErTApcyhS3k9/+9w9a59y1g+4B6ZPzo63trtOPg8eO9owNYzLaRJeQp6XJIhnGIUTk5cGbRHPuuMd4vl7cKiIX0Bs4Yp53Q6sFo20hfS9uSvoi2DuMR+OZoBOrVwSrKb8oM7NKMz6dqJflMBpnk2EVIKOjM1tIEHQiVeJVHeNXW0b7X9121Wn3/X9qxJ20jR33w9bh9sNNWRcpioNmUXcZ4EAjJl/KUSbiOmQzBl+fKm6JWyhVUBSOqtrb2O2tpXpIcO9+94vY9HT14a/ROX9+TwduDsPO+WwoEjeeJgCsHz+RNs5j5LO0puBido0ubQ2UFg+y22R7wDiXtcDh2jsYM6pixrkegOj9pla3+D3Fs60ygZDwL6GpxzdEzw4gAG1FCzMouJjgVkNWyQtl3bLbOKKRWcThYpfry+IVfR3sH7VC49mADXsXR3WYgCFyXKygzoUsFUzSRrex6Mh5RXFCZYCCglgmKcI6M2m7xRm4hJDh+96DdMNRjR0dQrUagRsPMUGDkBZfqczElPRRq9prl2MVQfnEzR9Oy6jJ65iUK8+8PDj6CzPItLvvd4/bRg6+NRd3ako4OOgb37cb85woaZ+WCTTnUHPILZskuhZSzoZBGG9Ouapxntq9+bht8VuNfpDdd3b/dP2j78cjor8bGYOPt+LzXePH6FqO6fD69KQeaMDSahitgCM+UShonu3TYkXCMtO/DiPAoGuF5I8M1R73rexgWnuwd9X395KCjo/9Dyk/a0ZJqnJSTQ1CglwnMT5qES5Azcb5yxsgv9PxlnsKopf3+wY6O9kMoWFCv+Hw+/2wQuqm2dhvE5/t+QrDXH8WG5hhG1i7NMcuEiZ4SM14PGM5qrfXMuOa2KIpUllYO+gcH+/v7OyPPd+rpmuNw0NbWNjoKRflgZQn5CXvk9qPCnK/Z1IcKgCXMw4UZEGVEmguAt6i6ygVYqpi/+sNTEPe/iNudgy287eDpD3DcKpKXxeqO3aZ6bet5BJGkyZ69xyC/NM2FAvSCi7m2RJEEgfyrOzs/GPHjAVB/bF18sLPqVzKe+PS0AyGoVTe+TN/uF8z2UhQCI1EiTMOIH8rpzNyQgiDlfgxXIpH60lLvytODFeeSs75T92OYNymGU6lsYXnrrq7OSzuxGEGZjGs86anEwStqAeP1NEMEgnpF4vWurmijIdidVTsRi0W7ohHkSYnaQumdYhl23LllovboexIz3UtRWqfJwQuhBRkXU26dnbDHnh0eHsZidbu9HoseGpf5MC0HNVrUfT6GuZaWao+eQRtmQi6BiATUK1jRRR220y0FCcqzRoQQorFordaIRQV7pHE4KRaLIv1O08eoalAMZzOC3U6akWvc38w4nYIVzU0F9eZQQaFOxWKRml1odEUakr0WacRuiVxOhH7T5QKtW/TacTv16p2QJuPC/it5ki0w7ErB4I1K2hFpRCO1eqNRr0WijVs/xSdEOL5hzFXVhSmx9VJu4tUr9E3GNQ5gnM/ExTCUXlpMuafOTSZmnj+Pnjr8JBo5lR6PJ+IT4XBYK8rBYNFNezDqtRubjUuQxjtoFIn1xLMTE9MTuQkunOLo6f/pbPvHn7ITs6mLybMZNglid2o2yxKvarI5uS8DmkiE4zjhjNRhqWLI83Nn58/jeV5RiFpEIHCC9ya80m/fLWZOLkkopFCrdx1Gow0oVd6UOBONzoiitx47bMCfuuo1EtkxSjgRXLwG7UQUmopINHoqeiv2ydvPo5FI9Pnb/4jdikJE4P+6IqdO1agTwoWcNoAFOeTHf/4JdBGShE0o+tPPcRanapEu+BPsxb+5qQm5JEF2gbYLtlukeLLhJFur1+D4JeAXFKnphIJwsg74WNfJWMxkDQIaJZRP0uGEYmyrZKsEI0xJhFPJPEI40brOieASdijKAlISYkpkjQ9UaE3uBhoeAjacCscVREDhfsMtzcg1AglsNixmW2+eev0/+CwNjTJJvek92mbl4rBqw3T8Nx8cQcJYrMTpcDghvelmZuVKiez4uEcisd8WX5gTPfHxbJx9w2domJRLSrwkKRj1O++yhy4TrnCCsmv0kIjEfuczFKBsoTd+4IBJuXjr5OTvfp4P+fJTf04K9/8aFvdYhcW1uBbX4lrc4xYW1+JaXItrcY9bWFyLa3EtrsU9bmFxLa7FtbgW97iFxbW4FtfiWtzjFhbX4v4/cv8Jkh1JlGm26w8AAAAASUVORK5CYII=">
            <a:extLst>
              <a:ext uri="{FF2B5EF4-FFF2-40B4-BE49-F238E27FC236}">
                <a16:creationId xmlns:a16="http://schemas.microsoft.com/office/drawing/2014/main" id="{A669C57D-454A-4389-8717-0E1AEAE8D9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89" y="119390"/>
            <a:ext cx="1063311" cy="66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En blanco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5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xxxxxxxxxxx</a:t>
            </a:r>
            <a:endParaRPr/>
          </a:p>
        </p:txBody>
      </p:sp>
      <p:sp>
        <p:nvSpPr>
          <p:cNvPr id="128" name="Google Shape;128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800" b="1" i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F8CC-6262-49CA-B52F-97CEB9E9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9121A93-155C-4422-A94C-2DF6E3A2B1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</a:t>
            </a:fld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505C470-2C32-460D-9730-4F4E3D8C6D78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FDB979-C9DF-45FD-AF62-4D7B2E482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62E825-F51D-4E85-82D1-DE3CAAA8202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5142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</Words>
  <Application>Microsoft Office PowerPoint</Application>
  <PresentationFormat>Panorámica</PresentationFormat>
  <Paragraphs>3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Tema de Office</vt:lpstr>
      <vt:lpstr>xxxxxxxxxxx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Neils Edison Vilchez Lagos</cp:lastModifiedBy>
  <cp:revision>4</cp:revision>
  <dcterms:modified xsi:type="dcterms:W3CDTF">2026-02-11T16:23:11Z</dcterms:modified>
</cp:coreProperties>
</file>