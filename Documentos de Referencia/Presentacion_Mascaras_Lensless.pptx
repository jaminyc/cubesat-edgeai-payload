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5"/>
  </p:notesMasterIdLst>
  <p:sldIdLst>
    <p:sldId id="256" r:id="rId8"/>
    <p:sldId id="257" r:id="rId9"/>
    <p:sldId id="258" r:id="rId7"/>
    <p:sldId id="259" r:id="rId6"/>
    <p:sldId id="260" r:id="rId4"/>
    <p:sldId id="261" r:id="rId3"/>
    <p:sldId id="262" r:id="rId2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0" roundtripDataSignature="AMtx7mgduQYxz0qx/gpUZMrTDJjCwO6y9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0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7" Type="http://schemas.openxmlformats.org/officeDocument/2006/relationships/slide" Target="slides/slide3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customschemas.google.com/relationships/presentationmetadata" Target="metadata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8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trada" type="blank">
  <p:cSld name="BLANK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" name="Google Shape;16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73581" y="2742325"/>
            <a:ext cx="4143972" cy="1373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17;p16" title="ChatGPT_Image_10_feb_2026__03_37_58_p.m.-removebg-preview.png">
            <a:extLst>
              <a:ext uri="{FF2B5EF4-FFF2-40B4-BE49-F238E27FC236}">
                <a16:creationId xmlns:a16="http://schemas.microsoft.com/office/drawing/2014/main" id="{12B01FAC-3DA4-4375-89EA-60CF3A2DAF53}"/>
              </a:ext>
            </a:extLst>
          </p:cNvPr>
          <p:cNvPicPr preferRelativeResize="0">
            <a:picLocks noChangeAspect="1"/>
          </p:cNvPicPr>
          <p:nvPr userDrawn="1"/>
        </p:nvPicPr>
        <p:blipFill rotWithShape="1">
          <a:blip r:embed="rId3">
            <a:alphaModFix/>
          </a:blip>
          <a:srcRect l="8927" t="21625" b="26707"/>
          <a:stretch/>
        </p:blipFill>
        <p:spPr>
          <a:xfrm>
            <a:off x="6474449" y="2742324"/>
            <a:ext cx="3631238" cy="1373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91454" y="5524860"/>
            <a:ext cx="2504546" cy="826405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sz="4800" b="1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48585"/>
              </a:buClr>
              <a:buSzPts val="2400"/>
              <a:buNone/>
              <a:defRPr sz="2400" i="1">
                <a:solidFill>
                  <a:srgbClr val="648585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5" name="Google Shape;117;p16" title="ChatGPT_Image_10_feb_2026__03_37_58_p.m.-removebg-preview.png">
            <a:extLst>
              <a:ext uri="{FF2B5EF4-FFF2-40B4-BE49-F238E27FC236}">
                <a16:creationId xmlns:a16="http://schemas.microsoft.com/office/drawing/2014/main" id="{C6203D34-C22B-4F58-9AC2-6AE347BF3542}"/>
              </a:ext>
            </a:extLst>
          </p:cNvPr>
          <p:cNvPicPr preferRelativeResize="0">
            <a:picLocks noChangeAspect="1"/>
          </p:cNvPicPr>
          <p:nvPr userDrawn="1"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</a14:imgLayer>
                </a14:imgProps>
              </a:ext>
            </a:extLst>
          </a:blip>
          <a:srcRect l="6782" t="23634" b="27004"/>
          <a:stretch/>
        </p:blipFill>
        <p:spPr>
          <a:xfrm>
            <a:off x="6251712" y="5560295"/>
            <a:ext cx="2140225" cy="7555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10"/>
          <p:cNvGrpSpPr/>
          <p:nvPr/>
        </p:nvGrpSpPr>
        <p:grpSpPr>
          <a:xfrm>
            <a:off x="0" y="5716598"/>
            <a:ext cx="11959674" cy="939388"/>
            <a:chOff x="0" y="5716598"/>
            <a:chExt cx="11959674" cy="939388"/>
          </a:xfrm>
        </p:grpSpPr>
        <p:pic>
          <p:nvPicPr>
            <p:cNvPr id="43" name="Google Shape;43;p10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0" y="5716598"/>
              <a:ext cx="11034643" cy="9393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" name="Google Shape;44;p10"/>
            <p:cNvSpPr/>
            <p:nvPr/>
          </p:nvSpPr>
          <p:spPr>
            <a:xfrm>
              <a:off x="11020286" y="5716598"/>
              <a:ext cx="939388" cy="939388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" name="Google Shape;45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sldNum" idx="12"/>
          </p:nvPr>
        </p:nvSpPr>
        <p:spPr>
          <a:xfrm>
            <a:off x="11194770" y="6004476"/>
            <a:ext cx="62469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49" name="Google Shape;49;p10"/>
          <p:cNvSpPr/>
          <p:nvPr/>
        </p:nvSpPr>
        <p:spPr>
          <a:xfrm>
            <a:off x="237434" y="6004476"/>
            <a:ext cx="5680765" cy="347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" name="Google Shape;23;p8">
            <a:extLst>
              <a:ext uri="{FF2B5EF4-FFF2-40B4-BE49-F238E27FC236}">
                <a16:creationId xmlns:a16="http://schemas.microsoft.com/office/drawing/2014/main" id="{431C04AC-A4A6-4299-851D-03A161BDC518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84183" r="1766"/>
          <a:stretch/>
        </p:blipFill>
        <p:spPr>
          <a:xfrm>
            <a:off x="7659116" y="5716598"/>
            <a:ext cx="1550504" cy="939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23;p8">
            <a:extLst>
              <a:ext uri="{FF2B5EF4-FFF2-40B4-BE49-F238E27FC236}">
                <a16:creationId xmlns:a16="http://schemas.microsoft.com/office/drawing/2014/main" id="{76C63F06-FA72-4EC4-BE93-C5D49251651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2312" r="83637"/>
          <a:stretch/>
        </p:blipFill>
        <p:spPr>
          <a:xfrm>
            <a:off x="9309655" y="5716598"/>
            <a:ext cx="1550504" cy="939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17;p16" title="ChatGPT_Image_10_feb_2026__03_37_58_p.m.-removebg-preview.png">
            <a:extLst>
              <a:ext uri="{FF2B5EF4-FFF2-40B4-BE49-F238E27FC236}">
                <a16:creationId xmlns:a16="http://schemas.microsoft.com/office/drawing/2014/main" id="{972EE9E0-8D72-419E-BA83-B23AA402B6D9}"/>
              </a:ext>
            </a:extLst>
          </p:cNvPr>
          <p:cNvPicPr preferRelativeResize="0">
            <a:picLocks noChangeAspect="1"/>
          </p:cNvPicPr>
          <p:nvPr userDrawn="1"/>
        </p:nvPicPr>
        <p:blipFill rotWithShape="1">
          <a:blip r:embed="rId3">
            <a:alphaModFix/>
          </a:blip>
          <a:srcRect t="19004" b="19104"/>
          <a:stretch/>
        </p:blipFill>
        <p:spPr>
          <a:xfrm>
            <a:off x="9209620" y="5835909"/>
            <a:ext cx="1698394" cy="700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81;p12" title="WhatsApp_Image_2026-02-10_at_3.09.16_PM__2_-removebg-preview.png">
            <a:extLst>
              <a:ext uri="{FF2B5EF4-FFF2-40B4-BE49-F238E27FC236}">
                <a16:creationId xmlns:a16="http://schemas.microsoft.com/office/drawing/2014/main" id="{E9434DD9-B22F-44A0-AD68-DCDEA1841A4E}"/>
              </a:ext>
            </a:extLst>
          </p:cNvPr>
          <p:cNvPicPr preferRelativeResize="0"/>
          <p:nvPr userDrawn="1"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00000" cy="9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83;p12" title="WhatsApp_Image_2026-02-10_at_3.09.16_PM__1_-removebg-preview.png">
            <a:extLst>
              <a:ext uri="{FF2B5EF4-FFF2-40B4-BE49-F238E27FC236}">
                <a16:creationId xmlns:a16="http://schemas.microsoft.com/office/drawing/2014/main" id="{D6A68CA1-6255-41E3-8A7B-D63CEA78B745}"/>
              </a:ext>
            </a:extLst>
          </p:cNvPr>
          <p:cNvPicPr preferRelativeResize="0"/>
          <p:nvPr userDrawn="1"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292000" y="0"/>
            <a:ext cx="900000" cy="9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Picture 2" descr="data:image/png;base64,iVBORw0KGgoAAAANSUhEUgAAAO4AAACUCAMAAACjieW3AAAB8lBMVEXZECP7+/v9///ZCh/YIinus7bcDyT3+vnXIizss7T//v8BjM36+Pn5//8Ai9LU1tP/+//c3L/MURPmxRzr4M/WAAAZWT5PnyVUkJ9Roy3dABrE0s4fXT7T4t79+fUYV0MAVivj6OeXsal+s3GlubNZpiIzezQAitf///YAZzQ5hzAAbTI6l80AWQDWWRvs8vHfADBNmy3/0BEAQCHuwsHoqbHfhYlmhHh6l4h/o5WMqJxdgW43a0ksaFAATitkcF7Myr1jdVpqm4Zeim4UXSeyycAUYjhBb1ohaEUzXkgAUBDA29KcpaI6dVvB17sARBBAdzgUYyAYTkxko1EulQAlbQCay7WOr5NdpXZOi0Azch9al3Tw//BGlDRXiFV6oYGw0KBcmVbiyZH168jq35fRzI3Yz6NUi4TXynuGup0pgauXpn2HnGrv4ePy1dDWlZU2f1EjgxpynmrIs3Wlc0ifgVJGc4+6gIOsXl7gPkWVvpPIjTNSuIAhnWVlq464AADWuKextaKBh2TSfhJkdHEAi+id0JCneTWSgGF9hYtnjLKumYDZpGSVtMPolDjBf0C6jm9eosffVWDWQyGEn1fbbnfrqBvbdCK7Tibr3hnQxhnZsCLfyFHFO0DHVlnVkGvQbDmYhIDBr7GBYlKMV1Y3RSg8d0sAAAAO1UlEQVR4nO3ci1PbZrYAcCQTBB8yFsVIGL0sYws/EoTwA8cOXjdg2cTE2DUxCaCUwMUtpLZx2iYNaSmU3Ww2pd0kXJK0tGmbu/0/98hJs5s23TtzpzMXMTrh4SH2jH8+n853jvxoa/sjw9behWN/XBD4qU5bxx96D//QsLgW1+JaXIt73MLiWlyLa3Et7nELi2txLa7FtbjHLSyuxbW4FtfiHrewuBbX4lpci3vcwuJaXIt7crkkfME3ARdIgjjpXAICRySGEIEhjCBPNhchRSIliTS+JQX9Lw+N2bkIY+NnE8m4wxFPJs7GWVjQ/+EGJueSdok9555wp/6UTr/thgvnWP4/rWeTcxF/fnKKo3P02UwmQWs0N5WMSyeY601pHJfieCQIiKdTdC6X8qCTyx2H3LqTEjJKFJImUyKtTaLf34zMzVXwcY2msxL1wkJJF1O0No6UXx6ME8UlKd4zrnHu8wpFGI0GgZSkG3Lt5Q0ngREK+etEm5mLkcr0OThyJyTFOFpJUpGyHE3npl/svhTysuhXXZaZuQSJvBdyopjKn0ekAp3VeD4FWrcHGbmlFDST5X/lNS/XqE5KJqvlaI2jkwo0V5MpTaO1qYuskV3SP1RIzBal149fE3IJIs8L0DmyvIJ7aY6jOY0uTfP8ROkdKNNcKuU1iJJSnpu7UrqUIf79+DUhV6h4ccmbTCYyEqzmc1OcqImaO5nURNFIbs5r+ND85SuMz6fLCwkFMykXph4cQ5lFwNJx3ljNAsYmcxws59TERFibEsXcJIu3inLmku5qeYte0rRcRUG8lk/Q0yyxxEskYReIzPTsBbf7LM+fFy9cmJ3ICIIdxl5PUtSC4GX0hasOZE4uQeVZtPjueFicX742VFDsK6tQofKZDKv4/2tFUdjWJdy5RiJleoHjdJcLvBcyuCm5aJlMOPKhyTAnM2UeR1R14L21VQHDcWnt3ffW3l+rCX5MkNbWnFXCz4sLC7IK+dWnEgRuPi4ckENSkl8PiQHVN8SzCbY33jO88d7169c/OL8xPNCL/NW1lbWV6iryr/YKKENrC0EV0rtwttao42bjCuSS6pjOLLpDqnplctyjrM53d3f39AwPt76BixsnNngYFwDuxPyZrKjJKsM0M43+BjIbF3NUXLvTZzc1Rg3R4xISrp/u6X4ZG63sCjjiK5fzOMIF8FKEYyaZDTWZ5m46FiXMxsX5afWGeDGg61oqQRb4D3/R9vT0fPTxTeCu59nKeuVymq3kkfA+8iNCuvVJZki9LsVuR3DSXFySmC7qohYIamIcFbbe3+h5ldzhO/4Z4BY+/azikPjtz9ZhT3ZWIcu125/v7Da/2I3Z6opiKi5MAH8W9U0NeokksTXkvP4K29M9vPfnvwz0Vj6r7X52Y/7y5XRlm4f0QslGXQ1PfKuwvY5L5QIyEZcgpcKkWAxyGieyd8tLaPXt7pfp7Rnu3rtpHLv8dn73+geF3fV5eGyqq8bEdPazCS1+Qz6zuzw3BFMiYRYu4q/N6TQn07SYvavzOIHWNoY37v3143v3/nb/3l63wa1UtitfPthdX6/wyLkCpRwjMk1Nu3r1kgwVWp03vObgEojfnHPJnAxzwFUG1iVB+d/t/njvZewPDw8U+MvrhXz6S2m9sr3Or0HHgRHeeKmoFXOyLvsYJpRBZskuifMXb7hUbkoTc3ND0HLAPLt786939vbga9/51V+6Bwrr24vbmfQOu315fbtQNc7toLQocrmFQIDRXT5XcEIRTMJFKD8plRkNRh/dteTJwHGJOzf+dmfna0NbOz3cPdDLVxzzn35w7/Knu/lK7yrkVlIUYyrkcgFGhWFBneWRSbjQLPGoMBfkaNlX3KwYp2T8zoGHfxe8vHOFfdjTDV1VZX27PvPFx7vP+e31ZSes963mXJFeoEWaCzLQTKoXEqbhjrMEpaiqmNP1ktdf2OIxwjmw8YWjZ/jh7umeFhc24/OFBx/tZi5XpF7gUsRdX1DMBTlRLDIqcN1xs3BJz0SGQmWGLgZDm4Xy0JLE250D92e+AmfaaK8MLspX1ncf5LfzBIKeGfowVmVo+hz0JRxkV1VnPWbhKpPuCRZtMVOyHLiiDmXmK7zfcfP+VyAd8P7CtSNFST8QeIThzlXjVAe55dMhteB1uVx6cDZvBq7dKMSJknuaL8zJcijI6Fc35/O8kN54+NXGcPfGw9Pdv3BxBFyYiHCnUzAKnDLk02lRK9Iq49JlkTAFF7oj1rsZck/n566EZFUtBWR9ixR2e06ffjjcff8V14gdg4v7iarQak6k8pzqFjVaZ3zBWZPsuwqVPxN2BwKpLLMQCroCIV0tUIQwOXz69Eb3xv3Tr45dhLCdjySDi68JrZHPTm3prisiXWJ0t8dOmoFrx5DnDJTXgCYuBGV1IaSWC7xid35x/1XcvH9/vOr89/hwyS4oCmLHEZ8ppOMac9Vbr1Om4JJIKU4mRDoQ0ORgMKSqV+dZwl59a+T1eOu1qOIYX+Hjs5mt3UeHjknmev37fpNklzTOLSdELsBpuhxUg4u8nbTf6e+wGf9sbQcH7R0dcAF+dLR1tH512O7YcX5x81yx6PrvZ4fOXTWdbhwSZuAa5yGUswoWB68WDOoLmzDNEksjxr0G2Mjjvr7HX+89AegoXB9+ALqtY2QJlxZLoYDOqGlquaJ7sixlmnmXVAiMmKYhvcFQKUNKfrzaPwr3u/3pt0dHfWNj3wC5E649CuntGDVu119F0mIwFJBdc4W8OqRzbgciKbNwSYpE+TCnAfcclhEItN/fNtr25Ftw9n17NDbW1/fNUbvhbG8fNX4PduzblfPNZiAU9JVVhtGmtPlF3hSL2eDyCkGhZErTApcyhS3k9/+9w9a59y1g+4B6ZPzo63trtOPg8eO9owNYzLaRJeQp6XJIhnGIUTk5cGbRHPuuMd4vl7cKiIX0Bs4Yp53Q6sFo20hfS9uSvoi2DuMR+OZoBOrVwSrKb8oM7NKMz6dqJflMBpnk2EVIKOjM1tIEHQiVeJVHeNXW0b7X9121Wn3/X9qxJ20jR33w9bh9sNNWRcpioNmUXcZ4EAjJl/KUSbiOmQzBl+fKm6JWyhVUBSOqtrb2O2tpXpIcO9+94vY9HT14a/ROX9+TwduDsPO+WwoEjeeJgCsHz+RNs5j5LO0puBido0ubQ2UFg+y22R7wDiXtcDh2jsYM6pixrkegOj9pla3+D3Fs60ygZDwL6GpxzdEzw4gAG1FCzMouJjgVkNWyQtl3bLbOKKRWcThYpfry+IVfR3sH7VC49mADXsXR3WYgCFyXKygzoUsFUzSRrex6Mh5RXFCZYCCglgmKcI6M2m7xRm4hJDh+96DdMNRjR0dQrUagRsPMUGDkBZfqczElPRRq9prl2MVQfnEzR9Oy6jJ65iUK8+8PDj6CzPItLvvd4/bRg6+NRd3ako4OOgb37cb85woaZ+WCTTnUHPILZskuhZSzoZBGG9Ouapxntq9+bht8VuNfpDdd3b/dP2j78cjor8bGYOPt+LzXePH6FqO6fD69KQeaMDSahitgCM+UShonu3TYkXCMtO/DiPAoGuF5I8M1R73rexgWnuwd9X395KCjo/9Dyk/a0ZJqnJSTQ1CglwnMT5qES5Azcb5yxsgv9PxlnsKopf3+wY6O9kMoWFCv+Hw+/2wQuqm2dhvE5/t+QrDXH8WG5hhG1i7NMcuEiZ4SM14PGM5qrfXMuOa2KIpUllYO+gcH+/v7OyPPd+rpmuNw0NbWNjoKRflgZQn5CXvk9qPCnK/Z1IcKgCXMw4UZEGVEmguAt6i6ygVYqpi/+sNTEPe/iNudgy287eDpD3DcKpKXxeqO3aZ6bet5BJGkyZ69xyC/NM2FAvSCi7m2RJEEgfyrOzs/GPHjAVB/bF18sLPqVzKe+PS0AyGoVTe+TN/uF8z2UhQCI1EiTMOIH8rpzNyQgiDlfgxXIpH60lLvytODFeeSs75T92OYNymGU6lsYXnrrq7OSzuxGEGZjGs86anEwStqAeP1NEMEgnpF4vWurmijIdidVTsRi0W7ohHkSYnaQumdYhl23LllovboexIz3UtRWqfJwQuhBRkXU26dnbDHnh0eHsZidbu9HoseGpf5MC0HNVrUfT6GuZaWao+eQRtmQi6BiATUK1jRRR220y0FCcqzRoQQorFordaIRQV7pHE4KRaLIv1O08eoalAMZzOC3U6akWvc38w4nYIVzU0F9eZQQaFOxWKRml1odEUakr0WacRuiVxOhH7T5QKtW/TacTv16p2QJuPC/it5ki0w7ErB4I1K2hFpRCO1eqNRr0WijVs/xSdEOL5hzFXVhSmx9VJu4tUr9E3GNQ5gnM/ExTCUXlpMuafOTSZmnj+Pnjr8JBo5lR6PJ+IT4XBYK8rBYNFNezDqtRubjUuQxjtoFIn1xLMTE9MTuQkunOLo6f/pbPvHn7ITs6mLybMZNglid2o2yxKvarI5uS8DmkiE4zjhjNRhqWLI83Nn58/jeV5RiFpEIHCC9ya80m/fLWZOLkkopFCrdx1Gow0oVd6UOBONzoiitx47bMCfuuo1EtkxSjgRXLwG7UQUmopINHoqeiv2ydvPo5FI9Pnb/4jdikJE4P+6IqdO1agTwoWcNoAFOeTHf/4JdBGShE0o+tPPcRanapEu+BPsxb+5qQm5JEF2gbYLtlukeLLhJFur1+D4JeAXFKnphIJwsg74WNfJWMxkDQIaJZRP0uGEYmyrZKsEI0xJhFPJPEI40brOieASdijKAlISYkpkjQ9UaE3uBhoeAjacCscVREDhfsMtzcg1AglsNixmW2+eev0/+CwNjTJJvek92mbl4rBqw3T8Nx8cQcJYrMTpcDghvelmZuVKiez4uEcisd8WX5gTPfHxbJx9w2domJRLSrwkKRj1O++yhy4TrnCCsmv0kIjEfuczFKBsoTd+4IBJuXjr5OTvfp4P+fJTf04K9/8aFvdYhcW1uBbX4lrc4xYW1+JaXItrcY9bWFyLa3EtrsU9bmFxLa7FtbgW97iFxbW4FtfiWtzjFhbX4v4/cv8Jkh1JlGm26w8AAAAASUVORK5CYII=">
            <a:extLst>
              <a:ext uri="{FF2B5EF4-FFF2-40B4-BE49-F238E27FC236}">
                <a16:creationId xmlns:a16="http://schemas.microsoft.com/office/drawing/2014/main" id="{B8B08D4E-F554-4158-ACEE-F5D8ADCB50C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2489" y="119390"/>
            <a:ext cx="1063311" cy="661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1"/>
          <p:cNvGrpSpPr/>
          <p:nvPr/>
        </p:nvGrpSpPr>
        <p:grpSpPr>
          <a:xfrm>
            <a:off x="0" y="5716598"/>
            <a:ext cx="11959674" cy="939388"/>
            <a:chOff x="0" y="5716598"/>
            <a:chExt cx="11959674" cy="939388"/>
          </a:xfrm>
        </p:grpSpPr>
        <p:pic>
          <p:nvPicPr>
            <p:cNvPr id="55" name="Google Shape;55;p11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0" y="5716598"/>
              <a:ext cx="11034643" cy="9393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" name="Google Shape;56;p11"/>
            <p:cNvSpPr/>
            <p:nvPr/>
          </p:nvSpPr>
          <p:spPr>
            <a:xfrm>
              <a:off x="11020286" y="5716598"/>
              <a:ext cx="939388" cy="939388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" name="Google Shape;57;p1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1" name="Google Shape;61;p1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11"/>
          <p:cNvSpPr txBox="1">
            <a:spLocks noGrp="1"/>
          </p:cNvSpPr>
          <p:nvPr>
            <p:ph type="sldNum" idx="12"/>
          </p:nvPr>
        </p:nvSpPr>
        <p:spPr>
          <a:xfrm>
            <a:off x="11194770" y="6004476"/>
            <a:ext cx="62469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63" name="Google Shape;63;p11"/>
          <p:cNvSpPr/>
          <p:nvPr/>
        </p:nvSpPr>
        <p:spPr>
          <a:xfrm>
            <a:off x="237434" y="6004476"/>
            <a:ext cx="5680765" cy="347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" name="Google Shape;23;p8">
            <a:extLst>
              <a:ext uri="{FF2B5EF4-FFF2-40B4-BE49-F238E27FC236}">
                <a16:creationId xmlns:a16="http://schemas.microsoft.com/office/drawing/2014/main" id="{6890FA65-C5EB-4FA0-8F95-74DB163D4875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84183" r="1766"/>
          <a:stretch/>
        </p:blipFill>
        <p:spPr>
          <a:xfrm>
            <a:off x="7659116" y="5716598"/>
            <a:ext cx="1550504" cy="939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3;p8">
            <a:extLst>
              <a:ext uri="{FF2B5EF4-FFF2-40B4-BE49-F238E27FC236}">
                <a16:creationId xmlns:a16="http://schemas.microsoft.com/office/drawing/2014/main" id="{75ABE472-6981-453E-8B1B-10CC6315899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2312" r="83637"/>
          <a:stretch/>
        </p:blipFill>
        <p:spPr>
          <a:xfrm>
            <a:off x="9309655" y="5716598"/>
            <a:ext cx="1550504" cy="939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117;p16" title="ChatGPT_Image_10_feb_2026__03_37_58_p.m.-removebg-preview.png">
            <a:extLst>
              <a:ext uri="{FF2B5EF4-FFF2-40B4-BE49-F238E27FC236}">
                <a16:creationId xmlns:a16="http://schemas.microsoft.com/office/drawing/2014/main" id="{6D755EC5-4339-4B81-A4FF-71054FCF9972}"/>
              </a:ext>
            </a:extLst>
          </p:cNvPr>
          <p:cNvPicPr preferRelativeResize="0">
            <a:picLocks noChangeAspect="1"/>
          </p:cNvPicPr>
          <p:nvPr userDrawn="1"/>
        </p:nvPicPr>
        <p:blipFill rotWithShape="1">
          <a:blip r:embed="rId3">
            <a:alphaModFix/>
          </a:blip>
          <a:srcRect t="19004" b="19104"/>
          <a:stretch/>
        </p:blipFill>
        <p:spPr>
          <a:xfrm>
            <a:off x="9209620" y="5835909"/>
            <a:ext cx="1698394" cy="700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81;p12" title="WhatsApp_Image_2026-02-10_at_3.09.16_PM__2_-removebg-preview.png">
            <a:extLst>
              <a:ext uri="{FF2B5EF4-FFF2-40B4-BE49-F238E27FC236}">
                <a16:creationId xmlns:a16="http://schemas.microsoft.com/office/drawing/2014/main" id="{48BA0DA4-4A57-4840-B677-C1AF0BB51DB4}"/>
              </a:ext>
            </a:extLst>
          </p:cNvPr>
          <p:cNvPicPr preferRelativeResize="0"/>
          <p:nvPr userDrawn="1"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00000" cy="9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83;p12" title="WhatsApp_Image_2026-02-10_at_3.09.16_PM__1_-removebg-preview.png">
            <a:extLst>
              <a:ext uri="{FF2B5EF4-FFF2-40B4-BE49-F238E27FC236}">
                <a16:creationId xmlns:a16="http://schemas.microsoft.com/office/drawing/2014/main" id="{F20ADBCB-9425-4BFD-A0A4-2EBEDED613B8}"/>
              </a:ext>
            </a:extLst>
          </p:cNvPr>
          <p:cNvPicPr preferRelativeResize="0"/>
          <p:nvPr userDrawn="1"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292000" y="0"/>
            <a:ext cx="900000" cy="9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Picture 2" descr="data:image/png;base64,iVBORw0KGgoAAAANSUhEUgAAAO4AAACUCAMAAACjieW3AAAB8lBMVEXZECP7+/v9///ZCh/YIinus7bcDyT3+vnXIizss7T//v8BjM36+Pn5//8Ai9LU1tP/+//c3L/MURPmxRzr4M/WAAAZWT5PnyVUkJ9Roy3dABrE0s4fXT7T4t79+fUYV0MAVivj6OeXsal+s3GlubNZpiIzezQAitf///YAZzQ5hzAAbTI6l80AWQDWWRvs8vHfADBNmy3/0BEAQCHuwsHoqbHfhYlmhHh6l4h/o5WMqJxdgW43a0ksaFAATitkcF7Myr1jdVpqm4Zeim4UXSeyycAUYjhBb1ohaEUzXkgAUBDA29KcpaI6dVvB17sARBBAdzgUYyAYTkxko1EulQAlbQCay7WOr5NdpXZOi0Azch9al3Tw//BGlDRXiFV6oYGw0KBcmVbiyZH168jq35fRzI3Yz6NUi4TXynuGup0pgauXpn2HnGrv4ePy1dDWlZU2f1EjgxpynmrIs3Wlc0ifgVJGc4+6gIOsXl7gPkWVvpPIjTNSuIAhnWVlq464AADWuKextaKBh2TSfhJkdHEAi+id0JCneTWSgGF9hYtnjLKumYDZpGSVtMPolDjBf0C6jm9eosffVWDWQyGEn1fbbnfrqBvbdCK7Tibr3hnQxhnZsCLfyFHFO0DHVlnVkGvQbDmYhIDBr7GBYlKMV1Y3RSg8d0sAAAAO1UlEQVR4nO3ci1PbZrYAcCQTBB8yFsVIGL0sYws/EoTwA8cOXjdg2cTE2DUxCaCUwMUtpLZx2iYNaSmU3Ww2pd0kXJK0tGmbu/0/98hJs5s23TtzpzMXMTrh4SH2jH8+n853jvxoa/sjw9behWN/XBD4qU5bxx96D//QsLgW1+JaXIt73MLiWlyLa3Et7nELi2txLa7FtbjHLSyuxbW4FtfiHrewuBbX4lpci3vcwuJaXIt7crkkfME3ARdIgjjpXAICRySGEIEhjCBPNhchRSIliTS+JQX9Lw+N2bkIY+NnE8m4wxFPJs7GWVjQ/+EGJueSdok9555wp/6UTr/thgvnWP4/rWeTcxF/fnKKo3P02UwmQWs0N5WMSyeY601pHJfieCQIiKdTdC6X8qCTyx2H3LqTEjJKFJImUyKtTaLf34zMzVXwcY2msxL1wkJJF1O0No6UXx6ME8UlKd4zrnHu8wpFGI0GgZSkG3Lt5Q0ngREK+etEm5mLkcr0OThyJyTFOFpJUpGyHE3npl/svhTysuhXXZaZuQSJvBdyopjKn0ekAp3VeD4FWrcHGbmlFDST5X/lNS/XqE5KJqvlaI2jkwo0V5MpTaO1qYuskV3SP1RIzBal149fE3IJIs8L0DmyvIJ7aY6jOY0uTfP8ROkdKNNcKuU1iJJSnpu7UrqUIf79+DUhV6h4ccmbTCYyEqzmc1OcqImaO5nURNFIbs5r+ND85SuMz6fLCwkFMykXph4cQ5lFwNJx3ljNAsYmcxws59TERFibEsXcJIu3inLmku5qeYte0rRcRUG8lk/Q0yyxxEskYReIzPTsBbf7LM+fFy9cmJ3ICIIdxl5PUtSC4GX0hasOZE4uQeVZtPjueFicX742VFDsK6tQofKZDKv4/2tFUdjWJdy5RiJleoHjdJcLvBcyuCm5aJlMOPKhyTAnM2UeR1R14L21VQHDcWnt3ffW3l+rCX5MkNbWnFXCz4sLC7IK+dWnEgRuPi4ckENSkl8PiQHVN8SzCbY33jO88d7169c/OL8xPNCL/NW1lbWV6iryr/YKKENrC0EV0rtwttao42bjCuSS6pjOLLpDqnplctyjrM53d3f39AwPt76BixsnNngYFwDuxPyZrKjJKsM0M43+BjIbF3NUXLvTZzc1Rg3R4xISrp/u6X4ZG63sCjjiK5fzOMIF8FKEYyaZDTWZ5m46FiXMxsX5afWGeDGg61oqQRb4D3/R9vT0fPTxTeCu59nKeuVymq3kkfA+8iNCuvVJZki9LsVuR3DSXFySmC7qohYIamIcFbbe3+h5ldzhO/4Z4BY+/azikPjtz9ZhT3ZWIcu125/v7Da/2I3Z6opiKi5MAH8W9U0NeokksTXkvP4K29M9vPfnvwz0Vj6r7X52Y/7y5XRlm4f0QslGXQ1PfKuwvY5L5QIyEZcgpcKkWAxyGieyd8tLaPXt7pfp7Rnu3rtpHLv8dn73+geF3fV5eGyqq8bEdPazCS1+Qz6zuzw3BFMiYRYu4q/N6TQn07SYvavzOIHWNoY37v3143v3/nb/3l63wa1UtitfPthdX6/wyLkCpRwjMk1Nu3r1kgwVWp03vObgEojfnHPJnAxzwFUG1iVB+d/t/njvZewPDw8U+MvrhXz6S2m9sr3Or0HHgRHeeKmoFXOyLvsYJpRBZskuifMXb7hUbkoTc3ND0HLAPLt786939vbga9/51V+6Bwrr24vbmfQOu315fbtQNc7toLQocrmFQIDRXT5XcEIRTMJFKD8plRkNRh/dteTJwHGJOzf+dmfna0NbOz3cPdDLVxzzn35w7/Knu/lK7yrkVlIUYyrkcgFGhWFBneWRSbjQLPGoMBfkaNlX3KwYp2T8zoGHfxe8vHOFfdjTDV1VZX27PvPFx7vP+e31ZSes963mXJFeoEWaCzLQTKoXEqbhjrMEpaiqmNP1ktdf2OIxwjmw8YWjZ/jh7umeFhc24/OFBx/tZi5XpF7gUsRdX1DMBTlRLDIqcN1xs3BJz0SGQmWGLgZDm4Xy0JLE250D92e+AmfaaK8MLspX1ncf5LfzBIKeGfowVmVo+hz0JRxkV1VnPWbhKpPuCRZtMVOyHLiiDmXmK7zfcfP+VyAd8P7CtSNFST8QeIThzlXjVAe55dMhteB1uVx6cDZvBq7dKMSJknuaL8zJcijI6Fc35/O8kN54+NXGcPfGw9Pdv3BxBFyYiHCnUzAKnDLk02lRK9Iq49JlkTAFF7oj1rsZck/n566EZFUtBWR9ixR2e06ffjjcff8V14gdg4v7iarQak6k8pzqFjVaZ3zBWZPsuwqVPxN2BwKpLLMQCroCIV0tUIQwOXz69Eb3xv3Tr45dhLCdjySDi68JrZHPTm3prisiXWJ0t8dOmoFrx5DnDJTXgCYuBGV1IaSWC7xid35x/1XcvH9/vOr89/hwyS4oCmLHEZ8ppOMac9Vbr1Om4JJIKU4mRDoQ0ORgMKSqV+dZwl59a+T1eOu1qOIYX+Hjs5mt3UeHjknmev37fpNklzTOLSdELsBpuhxUg4u8nbTf6e+wGf9sbQcH7R0dcAF+dLR1tH512O7YcX5x81yx6PrvZ4fOXTWdbhwSZuAa5yGUswoWB68WDOoLmzDNEksjxr0G2Mjjvr7HX+89AegoXB9+ALqtY2QJlxZLoYDOqGlquaJ7sixlmnmXVAiMmKYhvcFQKUNKfrzaPwr3u/3pt0dHfWNj3wC5E649CuntGDVu119F0mIwFJBdc4W8OqRzbgciKbNwSYpE+TCnAfcclhEItN/fNtr25Ftw9n17NDbW1/fNUbvhbG8fNX4PduzblfPNZiAU9JVVhtGmtPlF3hSL2eDyCkGhZErTApcyhS3k9/+9w9a59y1g+4B6ZPzo63trtOPg8eO9owNYzLaRJeQp6XJIhnGIUTk5cGbRHPuuMd4vl7cKiIX0Bs4Yp53Q6sFo20hfS9uSvoi2DuMR+OZoBOrVwSrKb8oM7NKMz6dqJflMBpnk2EVIKOjM1tIEHQiVeJVHeNXW0b7X9121Wn3/X9qxJ20jR33w9bh9sNNWRcpioNmUXcZ4EAjJl/KUSbiOmQzBl+fKm6JWyhVUBSOqtrb2O2tpXpIcO9+94vY9HT14a/ROX9+TwduDsPO+WwoEjeeJgCsHz+RNs5j5LO0puBido0ubQ2UFg+y22R7wDiXtcDh2jsYM6pixrkegOj9pla3+D3Fs60ygZDwL6GpxzdEzw4gAG1FCzMouJjgVkNWyQtl3bLbOKKRWcThYpfry+IVfR3sH7VC49mADXsXR3WYgCFyXKygzoUsFUzSRrex6Mh5RXFCZYCCglgmKcI6M2m7xRm4hJDh+96DdMNRjR0dQrUagRsPMUGDkBZfqczElPRRq9prl2MVQfnEzR9Oy6jJ65iUK8+8PDj6CzPItLvvd4/bRg6+NRd3ako4OOgb37cb85woaZ+WCTTnUHPILZskuhZSzoZBGG9Ouapxntq9+bht8VuNfpDdd3b/dP2j78cjor8bGYOPt+LzXePH6FqO6fD69KQeaMDSahitgCM+UShonu3TYkXCMtO/DiPAoGuF5I8M1R73rexgWnuwd9X395KCjo/9Dyk/a0ZJqnJSTQ1CglwnMT5qES5Azcb5yxsgv9PxlnsKopf3+wY6O9kMoWFCv+Hw+/2wQuqm2dhvE5/t+QrDXH8WG5hhG1i7NMcuEiZ4SM14PGM5qrfXMuOa2KIpUllYO+gcH+/v7OyPPd+rpmuNw0NbWNjoKRflgZQn5CXvk9qPCnK/Z1IcKgCXMw4UZEGVEmguAt6i6ygVYqpi/+sNTEPe/iNudgy287eDpD3DcKpKXxeqO3aZ6bet5BJGkyZ69xyC/NM2FAvSCi7m2RJEEgfyrOzs/GPHjAVB/bF18sLPqVzKe+PS0AyGoVTe+TN/uF8z2UhQCI1EiTMOIH8rpzNyQgiDlfgxXIpH60lLvytODFeeSs75T92OYNymGU6lsYXnrrq7OSzuxGEGZjGs86anEwStqAeP1NEMEgnpF4vWurmijIdidVTsRi0W7ohHkSYnaQumdYhl23LllovboexIz3UtRWqfJwQuhBRkXU26dnbDHnh0eHsZidbu9HoseGpf5MC0HNVrUfT6GuZaWao+eQRtmQi6BiATUK1jRRR220y0FCcqzRoQQorFordaIRQV7pHE4KRaLIv1O08eoalAMZzOC3U6akWvc38w4nYIVzU0F9eZQQaFOxWKRml1odEUakr0WacRuiVxOhH7T5QKtW/TacTv16p2QJuPC/it5ki0w7ErB4I1K2hFpRCO1eqNRr0WijVs/xSdEOL5hzFXVhSmx9VJu4tUr9E3GNQ5gnM/ExTCUXlpMuafOTSZmnj+Pnjr8JBo5lR6PJ+IT4XBYK8rBYNFNezDqtRubjUuQxjtoFIn1xLMTE9MTuQkunOLo6f/pbPvHn7ITs6mLybMZNglid2o2yxKvarI5uS8DmkiE4zjhjNRhqWLI83Nn58/jeV5RiFpEIHCC9ya80m/fLWZOLkkopFCrdx1Gow0oVd6UOBONzoiitx47bMCfuuo1EtkxSjgRXLwG7UQUmopINHoqeiv2ydvPo5FI9Pnb/4jdikJE4P+6IqdO1agTwoWcNoAFOeTHf/4JdBGShE0o+tPPcRanapEu+BPsxb+5qQm5JEF2gbYLtlukeLLhJFur1+D4JeAXFKnphIJwsg74WNfJWMxkDQIaJZRP0uGEYmyrZKsEI0xJhFPJPEI40brOieASdijKAlISYkpkjQ9UaE3uBhoeAjacCscVREDhfsMtzcg1AglsNixmW2+eev0/+CwNjTJJvek92mbl4rBqw3T8Nx8cQcJYrMTpcDghvelmZuVKiez4uEcisd8WX5gTPfHxbJx9w2domJRLSrwkKRj1O++yhy4TrnCCsmv0kIjEfuczFKBsoTd+4IBJuXjr5OTvfp4P+fJTf04K9/8aFvdYhcW1uBbX4lrc4xYW1+JaXItrcY9bWFyLa3EtrsU9bmFxLa7FtbgW97iFxbW4FtfiWtzjFhbX4v4/cv8Jkh1JlGm26w8AAAAASUVORK5CYII=">
            <a:extLst>
              <a:ext uri="{FF2B5EF4-FFF2-40B4-BE49-F238E27FC236}">
                <a16:creationId xmlns:a16="http://schemas.microsoft.com/office/drawing/2014/main" id="{CE4BFF22-25D9-4847-AD0B-19C0BA3863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2489" y="119390"/>
            <a:ext cx="1063311" cy="661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oogle Shape;68;p12"/>
          <p:cNvGrpSpPr/>
          <p:nvPr/>
        </p:nvGrpSpPr>
        <p:grpSpPr>
          <a:xfrm>
            <a:off x="0" y="5716598"/>
            <a:ext cx="11959674" cy="939388"/>
            <a:chOff x="0" y="5716598"/>
            <a:chExt cx="11959674" cy="939388"/>
          </a:xfrm>
        </p:grpSpPr>
        <p:pic>
          <p:nvPicPr>
            <p:cNvPr id="69" name="Google Shape;69;p12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0" y="5716598"/>
              <a:ext cx="11034643" cy="9393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" name="Google Shape;70;p12"/>
            <p:cNvSpPr/>
            <p:nvPr/>
          </p:nvSpPr>
          <p:spPr>
            <a:xfrm>
              <a:off x="11020286" y="5716598"/>
              <a:ext cx="939388" cy="939388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1" name="Google Shape;71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sldNum" idx="12"/>
          </p:nvPr>
        </p:nvSpPr>
        <p:spPr>
          <a:xfrm>
            <a:off x="11194770" y="6004476"/>
            <a:ext cx="62469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73" name="Google Shape;73;p12"/>
          <p:cNvSpPr/>
          <p:nvPr/>
        </p:nvSpPr>
        <p:spPr>
          <a:xfrm>
            <a:off x="237434" y="6004476"/>
            <a:ext cx="5680765" cy="347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4" name="Google Shape;74;p12"/>
          <p:cNvGrpSpPr/>
          <p:nvPr/>
        </p:nvGrpSpPr>
        <p:grpSpPr>
          <a:xfrm>
            <a:off x="0" y="5716598"/>
            <a:ext cx="11959586" cy="939388"/>
            <a:chOff x="0" y="5716598"/>
            <a:chExt cx="11959586" cy="939388"/>
          </a:xfrm>
        </p:grpSpPr>
        <p:pic>
          <p:nvPicPr>
            <p:cNvPr id="75" name="Google Shape;75;p12"/>
            <p:cNvPicPr preferRelativeResize="0"/>
            <p:nvPr/>
          </p:nvPicPr>
          <p:blipFill rotWithShape="1">
            <a:blip r:embed="rId2">
              <a:alphaModFix/>
            </a:blip>
            <a:srcRect l="-960" t="120710" r="960" b="-120710"/>
            <a:stretch/>
          </p:blipFill>
          <p:spPr>
            <a:xfrm>
              <a:off x="0" y="5716598"/>
              <a:ext cx="11034644" cy="9393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6" name="Google Shape;76;p12"/>
            <p:cNvSpPr/>
            <p:nvPr/>
          </p:nvSpPr>
          <p:spPr>
            <a:xfrm>
              <a:off x="11020286" y="5716598"/>
              <a:ext cx="939300" cy="9393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7" name="Google Shape;77;p12"/>
          <p:cNvSpPr txBox="1">
            <a:spLocks noGrp="1"/>
          </p:cNvSpPr>
          <p:nvPr>
            <p:ph type="title" idx="2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body" idx="1"/>
          </p:nvPr>
        </p:nvSpPr>
        <p:spPr>
          <a:xfrm>
            <a:off x="838200" y="1825626"/>
            <a:ext cx="10515600" cy="38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3"/>
          </p:nvPr>
        </p:nvSpPr>
        <p:spPr>
          <a:xfrm>
            <a:off x="11194770" y="6004476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80" name="Google Shape;80;p12"/>
          <p:cNvSpPr/>
          <p:nvPr/>
        </p:nvSpPr>
        <p:spPr>
          <a:xfrm>
            <a:off x="237434" y="6004476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</a:endParaRPr>
          </a:p>
        </p:txBody>
      </p:sp>
      <p:pic>
        <p:nvPicPr>
          <p:cNvPr id="81" name="Google Shape;81;p12" title="WhatsApp_Image_2026-02-10_at_3.09.16_PM__2_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00000" cy="9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2" title="WhatsApp_Image_2026-02-10_at_3.09.16_PM__1_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92000" y="0"/>
            <a:ext cx="900000" cy="9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23;p8">
            <a:extLst>
              <a:ext uri="{FF2B5EF4-FFF2-40B4-BE49-F238E27FC236}">
                <a16:creationId xmlns:a16="http://schemas.microsoft.com/office/drawing/2014/main" id="{1861751A-606E-445D-9818-64C6E8AE5442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84183" r="1766"/>
          <a:stretch/>
        </p:blipFill>
        <p:spPr>
          <a:xfrm>
            <a:off x="7659116" y="5716598"/>
            <a:ext cx="1550504" cy="939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3;p8">
            <a:extLst>
              <a:ext uri="{FF2B5EF4-FFF2-40B4-BE49-F238E27FC236}">
                <a16:creationId xmlns:a16="http://schemas.microsoft.com/office/drawing/2014/main" id="{BA392C22-2E6C-4DA2-971C-AF6D59F54A6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2312" r="83637"/>
          <a:stretch/>
        </p:blipFill>
        <p:spPr>
          <a:xfrm>
            <a:off x="9309655" y="5716598"/>
            <a:ext cx="1550504" cy="939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117;p16" title="ChatGPT_Image_10_feb_2026__03_37_58_p.m.-removebg-preview.png">
            <a:extLst>
              <a:ext uri="{FF2B5EF4-FFF2-40B4-BE49-F238E27FC236}">
                <a16:creationId xmlns:a16="http://schemas.microsoft.com/office/drawing/2014/main" id="{5AB83A8B-A1FB-4C86-9254-729E2BF437CB}"/>
              </a:ext>
            </a:extLst>
          </p:cNvPr>
          <p:cNvPicPr preferRelativeResize="0">
            <a:picLocks noChangeAspect="1"/>
          </p:cNvPicPr>
          <p:nvPr userDrawn="1"/>
        </p:nvPicPr>
        <p:blipFill rotWithShape="1">
          <a:blip r:embed="rId5">
            <a:alphaModFix/>
          </a:blip>
          <a:srcRect t="19004" b="19104"/>
          <a:stretch/>
        </p:blipFill>
        <p:spPr>
          <a:xfrm>
            <a:off x="9209620" y="5835909"/>
            <a:ext cx="1698394" cy="700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Picture 2" descr="data:image/png;base64,iVBORw0KGgoAAAANSUhEUgAAAO4AAACUCAMAAACjieW3AAAB8lBMVEXZECP7+/v9///ZCh/YIinus7bcDyT3+vnXIizss7T//v8BjM36+Pn5//8Ai9LU1tP/+//c3L/MURPmxRzr4M/WAAAZWT5PnyVUkJ9Roy3dABrE0s4fXT7T4t79+fUYV0MAVivj6OeXsal+s3GlubNZpiIzezQAitf///YAZzQ5hzAAbTI6l80AWQDWWRvs8vHfADBNmy3/0BEAQCHuwsHoqbHfhYlmhHh6l4h/o5WMqJxdgW43a0ksaFAATitkcF7Myr1jdVpqm4Zeim4UXSeyycAUYjhBb1ohaEUzXkgAUBDA29KcpaI6dVvB17sARBBAdzgUYyAYTkxko1EulQAlbQCay7WOr5NdpXZOi0Azch9al3Tw//BGlDRXiFV6oYGw0KBcmVbiyZH168jq35fRzI3Yz6NUi4TXynuGup0pgauXpn2HnGrv4ePy1dDWlZU2f1EjgxpynmrIs3Wlc0ifgVJGc4+6gIOsXl7gPkWVvpPIjTNSuIAhnWVlq464AADWuKextaKBh2TSfhJkdHEAi+id0JCneTWSgGF9hYtnjLKumYDZpGSVtMPolDjBf0C6jm9eosffVWDWQyGEn1fbbnfrqBvbdCK7Tibr3hnQxhnZsCLfyFHFO0DHVlnVkGvQbDmYhIDBr7GBYlKMV1Y3RSg8d0sAAAAO1UlEQVR4nO3ci1PbZrYAcCQTBB8yFsVIGL0sYws/EoTwA8cOXjdg2cTE2DUxCaCUwMUtpLZx2iYNaSmU3Ww2pd0kXJK0tGmbu/0/98hJs5s23TtzpzMXMTrh4SH2jH8+n853jvxoa/sjw9behWN/XBD4qU5bxx96D//QsLgW1+JaXIt73MLiWlyLa3Et7nELi2txLa7FtbjHLSyuxbW4FtfiHrewuBbX4lpci3vcwuJaXIt7crkkfME3ARdIgjjpXAICRySGEIEhjCBPNhchRSIliTS+JQX9Lw+N2bkIY+NnE8m4wxFPJs7GWVjQ/+EGJueSdok9555wp/6UTr/thgvnWP4/rWeTcxF/fnKKo3P02UwmQWs0N5WMSyeY601pHJfieCQIiKdTdC6X8qCTyx2H3LqTEjJKFJImUyKtTaLf34zMzVXwcY2msxL1wkJJF1O0No6UXx6ME8UlKd4zrnHu8wpFGI0GgZSkG3Lt5Q0ngREK+etEm5mLkcr0OThyJyTFOFpJUpGyHE3npl/svhTysuhXXZaZuQSJvBdyopjKn0ekAp3VeD4FWrcHGbmlFDST5X/lNS/XqE5KJqvlaI2jkwo0V5MpTaO1qYuskV3SP1RIzBal149fE3IJIs8L0DmyvIJ7aY6jOY0uTfP8ROkdKNNcKuU1iJJSnpu7UrqUIf79+DUhV6h4ccmbTCYyEqzmc1OcqImaO5nURNFIbs5r+ND85SuMz6fLCwkFMykXph4cQ5lFwNJx3ljNAsYmcxws59TERFibEsXcJIu3inLmku5qeYte0rRcRUG8lk/Q0yyxxEskYReIzPTsBbf7LM+fFy9cmJ3ICIIdxl5PUtSC4GX0hasOZE4uQeVZtPjueFicX742VFDsK6tQofKZDKv4/2tFUdjWJdy5RiJleoHjdJcLvBcyuCm5aJlMOPKhyTAnM2UeR1R14L21VQHDcWnt3ffW3l+rCX5MkNbWnFXCz4sLC7IK+dWnEgRuPi4ckENSkl8PiQHVN8SzCbY33jO88d7169c/OL8xPNCL/NW1lbWV6iryr/YKKENrC0EV0rtwttao42bjCuSS6pjOLLpDqnplctyjrM53d3f39AwPt76BixsnNngYFwDuxPyZrKjJKsM0M43+BjIbF3NUXLvTZzc1Rg3R4xISrp/u6X4ZG63sCjjiK5fzOMIF8FKEYyaZDTWZ5m46FiXMxsX5afWGeDGg61oqQRb4D3/R9vT0fPTxTeCu59nKeuVymq3kkfA+8iNCuvVJZki9LsVuR3DSXFySmC7qohYIamIcFbbe3+h5ldzhO/4Z4BY+/azikPjtz9ZhT3ZWIcu125/v7Da/2I3Z6opiKi5MAH8W9U0NeokksTXkvP4K29M9vPfnvwz0Vj6r7X52Y/7y5XRlm4f0QslGXQ1PfKuwvY5L5QIyEZcgpcKkWAxyGieyd8tLaPXt7pfp7Rnu3rtpHLv8dn73+geF3fV5eGyqq8bEdPazCS1+Qz6zuzw3BFMiYRYu4q/N6TQn07SYvavzOIHWNoY37v3143v3/nb/3l63wa1UtitfPthdX6/wyLkCpRwjMk1Nu3r1kgwVWp03vObgEojfnHPJnAxzwFUG1iVB+d/t/njvZewPDw8U+MvrhXz6S2m9sr3Or0HHgRHeeKmoFXOyLvsYJpRBZskuifMXb7hUbkoTc3ND0HLAPLt786939vbga9/51V+6Bwrr24vbmfQOu315fbtQNc7toLQocrmFQIDRXT5XcEIRTMJFKD8plRkNRh/dteTJwHGJOzf+dmfna0NbOz3cPdDLVxzzn35w7/Knu/lK7yrkVlIUYyrkcgFGhWFBneWRSbjQLPGoMBfkaNlX3KwYp2T8zoGHfxe8vHOFfdjTDV1VZX27PvPFx7vP+e31ZSes963mXJFeoEWaCzLQTKoXEqbhjrMEpaiqmNP1ktdf2OIxwjmw8YWjZ/jh7umeFhc24/OFBx/tZi5XpF7gUsRdX1DMBTlRLDIqcN1xs3BJz0SGQmWGLgZDm4Xy0JLE250D92e+AmfaaK8MLspX1ncf5LfzBIKeGfowVmVo+hz0JRxkV1VnPWbhKpPuCRZtMVOyHLiiDmXmK7zfcfP+VyAd8P7CtSNFST8QeIThzlXjVAe55dMhteB1uVx6cDZvBq7dKMSJknuaL8zJcijI6Fc35/O8kN54+NXGcPfGw9Pdv3BxBFyYiHCnUzAKnDLk02lRK9Iq49JlkTAFF7oj1rsZck/n566EZFUtBWR9ixR2e06ffjjcff8V14gdg4v7iarQak6k8pzqFjVaZ3zBWZPsuwqVPxN2BwKpLLMQCroCIV0tUIQwOXz69Eb3xv3Tr45dhLCdjySDi68JrZHPTm3prisiXWJ0t8dOmoFrx5DnDJTXgCYuBGV1IaSWC7xid35x/1XcvH9/vOr89/hwyS4oCmLHEZ8ppOMac9Vbr1Om4JJIKU4mRDoQ0ORgMKSqV+dZwl59a+T1eOu1qOIYX+Hjs5mt3UeHjknmev37fpNklzTOLSdELsBpuhxUg4u8nbTf6e+wGf9sbQcH7R0dcAF+dLR1tH512O7YcX5x81yx6PrvZ4fOXTWdbhwSZuAa5yGUswoWB68WDOoLmzDNEksjxr0G2Mjjvr7HX+89AegoXB9+ALqtY2QJlxZLoYDOqGlquaJ7sixlmnmXVAiMmKYhvcFQKUNKfrzaPwr3u/3pt0dHfWNj3wC5E649CuntGDVu119F0mIwFJBdc4W8OqRzbgciKbNwSYpE+TCnAfcclhEItN/fNtr25Ftw9n17NDbW1/fNUbvhbG8fNX4PduzblfPNZiAU9JVVhtGmtPlF3hSL2eDyCkGhZErTApcyhS3k9/+9w9a59y1g+4B6ZPzo63trtOPg8eO9owNYzLaRJeQp6XJIhnGIUTk5cGbRHPuuMd4vl7cKiIX0Bs4Yp53Q6sFo20hfS9uSvoi2DuMR+OZoBOrVwSrKb8oM7NKMz6dqJflMBpnk2EVIKOjM1tIEHQiVeJVHeNXW0b7X9121Wn3/X9qxJ20jR33w9bh9sNNWRcpioNmUXcZ4EAjJl/KUSbiOmQzBl+fKm6JWyhVUBSOqtrb2O2tpXpIcO9+94vY9HT14a/ROX9+TwduDsPO+WwoEjeeJgCsHz+RNs5j5LO0puBido0ubQ2UFg+y22R7wDiXtcDh2jsYM6pixrkegOj9pla3+D3Fs60ygZDwL6GpxzdEzw4gAG1FCzMouJjgVkNWyQtl3bLbOKKRWcThYpfry+IVfR3sH7VC49mADXsXR3WYgCFyXKygzoUsFUzSRrex6Mh5RXFCZYCCglgmKcI6M2m7xRm4hJDh+96DdMNRjR0dQrUagRsPMUGDkBZfqczElPRRq9prl2MVQfnEzR9Oy6jJ65iUK8+8PDj6CzPItLvvd4/bRg6+NRd3ako4OOgb37cb85woaZ+WCTTnUHPILZskuhZSzoZBGG9Ouapxntq9+bht8VuNfpDdd3b/dP2j78cjor8bGYOPt+LzXePH6FqO6fD69KQeaMDSahitgCM+UShonu3TYkXCMtO/DiPAoGuF5I8M1R73rexgWnuwd9X395KCjo/9Dyk/a0ZJqnJSTQ1CglwnMT5qES5Azcb5yxsgv9PxlnsKopf3+wY6O9kMoWFCv+Hw+/2wQuqm2dhvE5/t+QrDXH8WG5hhG1i7NMcuEiZ4SM14PGM5qrfXMuOa2KIpUllYO+gcH+/v7OyPPd+rpmuNw0NbWNjoKRflgZQn5CXvk9qPCnK/Z1IcKgCXMw4UZEGVEmguAt6i6ygVYqpi/+sNTEPe/iNudgy287eDpD3DcKpKXxeqO3aZ6bet5BJGkyZ69xyC/NM2FAvSCi7m2RJEEgfyrOzs/GPHjAVB/bF18sLPqVzKe+PS0AyGoVTe+TN/uF8z2UhQCI1EiTMOIH8rpzNyQgiDlfgxXIpH60lLvytODFeeSs75T92OYNymGU6lsYXnrrq7OSzuxGEGZjGs86anEwStqAeP1NEMEgnpF4vWurmijIdidVTsRi0W7ohHkSYnaQumdYhl23LllovboexIz3UtRWqfJwQuhBRkXU26dnbDHnh0eHsZidbu9HoseGpf5MC0HNVrUfT6GuZaWao+eQRtmQi6BiATUK1jRRR220y0FCcqzRoQQorFordaIRQV7pHE4KRaLIv1O08eoalAMZzOC3U6akWvc38w4nYIVzU0F9eZQQaFOxWKRml1odEUakr0WacRuiVxOhH7T5QKtW/TacTv16p2QJuPC/it5ki0w7ErB4I1K2hFpRCO1eqNRr0WijVs/xSdEOL5hzFXVhSmx9VJu4tUr9E3GNQ5gnM/ExTCUXlpMuafOTSZmnj+Pnjr8JBo5lR6PJ+IT4XBYK8rBYNFNezDqtRubjUuQxjtoFIn1xLMTE9MTuQkunOLo6f/pbPvHn7ITs6mLybMZNglid2o2yxKvarI5uS8DmkiE4zjhjNRhqWLI83Nn58/jeV5RiFpEIHCC9ya80m/fLWZOLkkopFCrdx1Gow0oVd6UOBONzoiitx47bMCfuuo1EtkxSjgRXLwG7UQUmopINHoqeiv2ydvPo5FI9Pnb/4jdikJE4P+6IqdO1agTwoWcNoAFOeTHf/4JdBGShE0o+tPPcRanapEu+BPsxb+5qQm5JEF2gbYLtlukeLLhJFur1+D4JeAXFKnphIJwsg74WNfJWMxkDQIaJZRP0uGEYmyrZKsEI0xJhFPJPEI40brOieASdijKAlISYkpkjQ9UaE3uBhoeAjacCscVREDhfsMtzcg1AglsNixmW2+eev0/+CwNjTJJvek92mbl4rBqw3T8Nx8cQcJYrMTpcDghvelmZuVKiez4uEcisd8WX5gTPfHxbJx9w2domJRLSrwkKRj1O++yhy4TrnCCsmv0kIjEfuczFKBsoTd+4IBJuXjr5OTvfp4P+fJTf04K9/8aFvdYhcW1uBbX4lrc4xYW1+JaXItrcY9bWFyLa3EtrsU9bmFxLa7FtbgW97iFxbW4FtfiWtzjFhbX4v4/cv8Jkh1JlGm26w8AAAAASUVORK5CYII=">
            <a:extLst>
              <a:ext uri="{FF2B5EF4-FFF2-40B4-BE49-F238E27FC236}">
                <a16:creationId xmlns:a16="http://schemas.microsoft.com/office/drawing/2014/main" id="{426F236A-0AE7-4E06-A49C-34F57340FFC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2489" y="119390"/>
            <a:ext cx="1063311" cy="661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oogle Shape;86;p14"/>
          <p:cNvGrpSpPr/>
          <p:nvPr/>
        </p:nvGrpSpPr>
        <p:grpSpPr>
          <a:xfrm>
            <a:off x="0" y="5716598"/>
            <a:ext cx="11959674" cy="939388"/>
            <a:chOff x="0" y="5716598"/>
            <a:chExt cx="11959674" cy="939388"/>
          </a:xfrm>
        </p:grpSpPr>
        <p:pic>
          <p:nvPicPr>
            <p:cNvPr id="87" name="Google Shape;87;p14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0" y="5716598"/>
              <a:ext cx="11034643" cy="9393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" name="Google Shape;88;p14"/>
            <p:cNvSpPr/>
            <p:nvPr/>
          </p:nvSpPr>
          <p:spPr>
            <a:xfrm>
              <a:off x="11020286" y="5716598"/>
              <a:ext cx="939388" cy="939388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9" name="Google Shape;89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4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200" cy="4541308"/>
          </a:xfrm>
          <a:prstGeom prst="rect">
            <a:avLst/>
          </a:prstGeom>
          <a:noFill/>
          <a:ln>
            <a:noFill/>
          </a:ln>
        </p:spPr>
      </p:sp>
      <p:sp>
        <p:nvSpPr>
          <p:cNvPr id="91" name="Google Shape;91;p1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551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92" name="Google Shape;92;p14"/>
          <p:cNvSpPr txBox="1">
            <a:spLocks noGrp="1"/>
          </p:cNvSpPr>
          <p:nvPr>
            <p:ph type="sldNum" idx="12"/>
          </p:nvPr>
        </p:nvSpPr>
        <p:spPr>
          <a:xfrm>
            <a:off x="11194770" y="6004476"/>
            <a:ext cx="62469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93" name="Google Shape;93;p14"/>
          <p:cNvSpPr/>
          <p:nvPr/>
        </p:nvSpPr>
        <p:spPr>
          <a:xfrm>
            <a:off x="237434" y="6004476"/>
            <a:ext cx="5680765" cy="347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" name="Google Shape;23;p8">
            <a:extLst>
              <a:ext uri="{FF2B5EF4-FFF2-40B4-BE49-F238E27FC236}">
                <a16:creationId xmlns:a16="http://schemas.microsoft.com/office/drawing/2014/main" id="{CA5A36D6-9C6B-4F80-A49A-313CF1BF5D3A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84183" r="1766"/>
          <a:stretch/>
        </p:blipFill>
        <p:spPr>
          <a:xfrm>
            <a:off x="7659116" y="5716598"/>
            <a:ext cx="1550504" cy="939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23;p8">
            <a:extLst>
              <a:ext uri="{FF2B5EF4-FFF2-40B4-BE49-F238E27FC236}">
                <a16:creationId xmlns:a16="http://schemas.microsoft.com/office/drawing/2014/main" id="{1882CE0B-27DE-4301-ADD4-D83AE3E7B25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2312" r="83637"/>
          <a:stretch/>
        </p:blipFill>
        <p:spPr>
          <a:xfrm>
            <a:off x="9309655" y="5716598"/>
            <a:ext cx="1550504" cy="939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17;p16" title="ChatGPT_Image_10_feb_2026__03_37_58_p.m.-removebg-preview.png">
            <a:extLst>
              <a:ext uri="{FF2B5EF4-FFF2-40B4-BE49-F238E27FC236}">
                <a16:creationId xmlns:a16="http://schemas.microsoft.com/office/drawing/2014/main" id="{1CBDE60A-1E7C-44B2-94FA-3A0B6BD546D5}"/>
              </a:ext>
            </a:extLst>
          </p:cNvPr>
          <p:cNvPicPr preferRelativeResize="0">
            <a:picLocks noChangeAspect="1"/>
          </p:cNvPicPr>
          <p:nvPr userDrawn="1"/>
        </p:nvPicPr>
        <p:blipFill rotWithShape="1">
          <a:blip r:embed="rId3">
            <a:alphaModFix/>
          </a:blip>
          <a:srcRect t="19004" b="19104"/>
          <a:stretch/>
        </p:blipFill>
        <p:spPr>
          <a:xfrm>
            <a:off x="9209620" y="5835909"/>
            <a:ext cx="1698394" cy="700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81;p12" title="WhatsApp_Image_2026-02-10_at_3.09.16_PM__2_-removebg-preview.png">
            <a:extLst>
              <a:ext uri="{FF2B5EF4-FFF2-40B4-BE49-F238E27FC236}">
                <a16:creationId xmlns:a16="http://schemas.microsoft.com/office/drawing/2014/main" id="{FD933A70-A571-41E5-8637-388B138C23FD}"/>
              </a:ext>
            </a:extLst>
          </p:cNvPr>
          <p:cNvPicPr preferRelativeResize="0"/>
          <p:nvPr userDrawn="1"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00000" cy="9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83;p12" title="WhatsApp_Image_2026-02-10_at_3.09.16_PM__1_-removebg-preview.png">
            <a:extLst>
              <a:ext uri="{FF2B5EF4-FFF2-40B4-BE49-F238E27FC236}">
                <a16:creationId xmlns:a16="http://schemas.microsoft.com/office/drawing/2014/main" id="{728B1917-F6F0-4BFD-A696-C4B59A12D38C}"/>
              </a:ext>
            </a:extLst>
          </p:cNvPr>
          <p:cNvPicPr preferRelativeResize="0"/>
          <p:nvPr userDrawn="1"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292000" y="0"/>
            <a:ext cx="900000" cy="9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Picture 2" descr="data:image/png;base64,iVBORw0KGgoAAAANSUhEUgAAAO4AAACUCAMAAACjieW3AAAB8lBMVEXZECP7+/v9///ZCh/YIinus7bcDyT3+vnXIizss7T//v8BjM36+Pn5//8Ai9LU1tP/+//c3L/MURPmxRzr4M/WAAAZWT5PnyVUkJ9Roy3dABrE0s4fXT7T4t79+fUYV0MAVivj6OeXsal+s3GlubNZpiIzezQAitf///YAZzQ5hzAAbTI6l80AWQDWWRvs8vHfADBNmy3/0BEAQCHuwsHoqbHfhYlmhHh6l4h/o5WMqJxdgW43a0ksaFAATitkcF7Myr1jdVpqm4Zeim4UXSeyycAUYjhBb1ohaEUzXkgAUBDA29KcpaI6dVvB17sARBBAdzgUYyAYTkxko1EulQAlbQCay7WOr5NdpXZOi0Azch9al3Tw//BGlDRXiFV6oYGw0KBcmVbiyZH168jq35fRzI3Yz6NUi4TXynuGup0pgauXpn2HnGrv4ePy1dDWlZU2f1EjgxpynmrIs3Wlc0ifgVJGc4+6gIOsXl7gPkWVvpPIjTNSuIAhnWVlq464AADWuKextaKBh2TSfhJkdHEAi+id0JCneTWSgGF9hYtnjLKumYDZpGSVtMPolDjBf0C6jm9eosffVWDWQyGEn1fbbnfrqBvbdCK7Tibr3hnQxhnZsCLfyFHFO0DHVlnVkGvQbDmYhIDBr7GBYlKMV1Y3RSg8d0sAAAAO1UlEQVR4nO3ci1PbZrYAcCQTBB8yFsVIGL0sYws/EoTwA8cOXjdg2cTE2DUxCaCUwMUtpLZx2iYNaSmU3Ww2pd0kXJK0tGmbu/0/98hJs5s23TtzpzMXMTrh4SH2jH8+n853jvxoa/sjw9behWN/XBD4qU5bxx96D//QsLgW1+JaXIt73MLiWlyLa3Et7nELi2txLa7FtbjHLSyuxbW4FtfiHrewuBbX4lpci3vcwuJaXIt7crkkfME3ARdIgjjpXAICRySGEIEhjCBPNhchRSIliTS+JQX9Lw+N2bkIY+NnE8m4wxFPJs7GWVjQ/+EGJueSdok9555wp/6UTr/thgvnWP4/rWeTcxF/fnKKo3P02UwmQWs0N5WMSyeY601pHJfieCQIiKdTdC6X8qCTyx2H3LqTEjJKFJImUyKtTaLf34zMzVXwcY2msxL1wkJJF1O0No6UXx6ME8UlKd4zrnHu8wpFGI0GgZSkG3Lt5Q0ngREK+etEm5mLkcr0OThyJyTFOFpJUpGyHE3npl/svhTysuhXXZaZuQSJvBdyopjKn0ekAp3VeD4FWrcHGbmlFDST5X/lNS/XqE5KJqvlaI2jkwo0V5MpTaO1qYuskV3SP1RIzBal149fE3IJIs8L0DmyvIJ7aY6jOY0uTfP8ROkdKNNcKuU1iJJSnpu7UrqUIf79+DUhV6h4ccmbTCYyEqzmc1OcqImaO5nURNFIbs5r+ND85SuMz6fLCwkFMykXph4cQ5lFwNJx3ljNAsYmcxws59TERFibEsXcJIu3inLmku5qeYte0rRcRUG8lk/Q0yyxxEskYReIzPTsBbf7LM+fFy9cmJ3ICIIdxl5PUtSC4GX0hasOZE4uQeVZtPjueFicX742VFDsK6tQofKZDKv4/2tFUdjWJdy5RiJleoHjdJcLvBcyuCm5aJlMOPKhyTAnM2UeR1R14L21VQHDcWnt3ffW3l+rCX5MkNbWnFXCz4sLC7IK+dWnEgRuPi4ckENSkl8PiQHVN8SzCbY33jO88d7169c/OL8xPNCL/NW1lbWV6iryr/YKKENrC0EV0rtwttao42bjCuSS6pjOLLpDqnplctyjrM53d3f39AwPt76BixsnNngYFwDuxPyZrKjJKsM0M43+BjIbF3NUXLvTZzc1Rg3R4xISrp/u6X4ZG63sCjjiK5fzOMIF8FKEYyaZDTWZ5m46FiXMxsX5afWGeDGg61oqQRb4D3/R9vT0fPTxTeCu59nKeuVymq3kkfA+8iNCuvVJZki9LsVuR3DSXFySmC7qohYIamIcFbbe3+h5ldzhO/4Z4BY+/azikPjtz9ZhT3ZWIcu125/v7Da/2I3Z6opiKi5MAH8W9U0NeokksTXkvP4K29M9vPfnvwz0Vj6r7X52Y/7y5XRlm4f0QslGXQ1PfKuwvY5L5QIyEZcgpcKkWAxyGieyd8tLaPXt7pfp7Rnu3rtpHLv8dn73+geF3fV5eGyqq8bEdPazCS1+Qz6zuzw3BFMiYRYu4q/N6TQn07SYvavzOIHWNoY37v3143v3/nb/3l63wa1UtitfPthdX6/wyLkCpRwjMk1Nu3r1kgwVWp03vObgEojfnHPJnAxzwFUG1iVB+d/t/njvZewPDw8U+MvrhXz6S2m9sr3Or0HHgRHeeKmoFXOyLvsYJpRBZskuifMXb7hUbkoTc3ND0HLAPLt786939vbga9/51V+6Bwrr24vbmfQOu315fbtQNc7toLQocrmFQIDRXT5XcEIRTMJFKD8plRkNRh/dteTJwHGJOzf+dmfna0NbOz3cPdDLVxzzn35w7/Knu/lK7yrkVlIUYyrkcgFGhWFBneWRSbjQLPGoMBfkaNlX3KwYp2T8zoGHfxe8vHOFfdjTDV1VZX27PvPFx7vP+e31ZSes963mXJFeoEWaCzLQTKoXEqbhjrMEpaiqmNP1ktdf2OIxwjmw8YWjZ/jh7umeFhc24/OFBx/tZi5XpF7gUsRdX1DMBTlRLDIqcN1xs3BJz0SGQmWGLgZDm4Xy0JLE250D92e+AmfaaK8MLspX1ncf5LfzBIKeGfowVmVo+hz0JRxkV1VnPWbhKpPuCRZtMVOyHLiiDmXmK7zfcfP+VyAd8P7CtSNFST8QeIThzlXjVAe55dMhteB1uVx6cDZvBq7dKMSJknuaL8zJcijI6Fc35/O8kN54+NXGcPfGw9Pdv3BxBFyYiHCnUzAKnDLk02lRK9Iq49JlkTAFF7oj1rsZck/n566EZFUtBWR9ixR2e06ffjjcff8V14gdg4v7iarQak6k8pzqFjVaZ3zBWZPsuwqVPxN2BwKpLLMQCroCIV0tUIQwOXz69Eb3xv3Tr45dhLCdjySDi68JrZHPTm3prisiXWJ0t8dOmoFrx5DnDJTXgCYuBGV1IaSWC7xid35x/1XcvH9/vOr89/hwyS4oCmLHEZ8ppOMac9Vbr1Om4JJIKU4mRDoQ0ORgMKSqV+dZwl59a+T1eOu1qOIYX+Hjs5mt3UeHjknmev37fpNklzTOLSdELsBpuhxUg4u8nbTf6e+wGf9sbQcH7R0dcAF+dLR1tH512O7YcX5x81yx6PrvZ4fOXTWdbhwSZuAa5yGUswoWB68WDOoLmzDNEksjxr0G2Mjjvr7HX+89AegoXB9+ALqtY2QJlxZLoYDOqGlquaJ7sixlmnmXVAiMmKYhvcFQKUNKfrzaPwr3u/3pt0dHfWNj3wC5E649CuntGDVu119F0mIwFJBdc4W8OqRzbgciKbNwSYpE+TCnAfcclhEItN/fNtr25Ftw9n17NDbW1/fNUbvhbG8fNX4PduzblfPNZiAU9JVVhtGmtPlF3hSL2eDyCkGhZErTApcyhS3k9/+9w9a59y1g+4B6ZPzo63trtOPg8eO9owNYzLaRJeQp6XJIhnGIUTk5cGbRHPuuMd4vl7cKiIX0Bs4Yp53Q6sFo20hfS9uSvoi2DuMR+OZoBOrVwSrKb8oM7NKMz6dqJflMBpnk2EVIKOjM1tIEHQiVeJVHeNXW0b7X9121Wn3/X9qxJ20jR33w9bh9sNNWRcpioNmUXcZ4EAjJl/KUSbiOmQzBl+fKm6JWyhVUBSOqtrb2O2tpXpIcO9+94vY9HT14a/ROX9+TwduDsPO+WwoEjeeJgCsHz+RNs5j5LO0puBido0ubQ2UFg+y22R7wDiXtcDh2jsYM6pixrkegOj9pla3+D3Fs60ygZDwL6GpxzdEzw4gAG1FCzMouJjgVkNWyQtl3bLbOKKRWcThYpfry+IVfR3sH7VC49mADXsXR3WYgCFyXKygzoUsFUzSRrex6Mh5RXFCZYCCglgmKcI6M2m7xRm4hJDh+96DdMNRjR0dQrUagRsPMUGDkBZfqczElPRRq9prl2MVQfnEzR9Oy6jJ65iUK8+8PDj6CzPItLvvd4/bRg6+NRd3ako4OOgb37cb85woaZ+WCTTnUHPILZskuhZSzoZBGG9Ouapxntq9+bht8VuNfpDdd3b/dP2j78cjor8bGYOPt+LzXePH6FqO6fD69KQeaMDSahitgCM+UShonu3TYkXCMtO/DiPAoGuF5I8M1R73rexgWnuwd9X395KCjo/9Dyk/a0ZJqnJSTQ1CglwnMT5qES5Azcb5yxsgv9PxlnsKopf3+wY6O9kMoWFCv+Hw+/2wQuqm2dhvE5/t+QrDXH8WG5hhG1i7NMcuEiZ4SM14PGM5qrfXMuOa2KIpUllYO+gcH+/v7OyPPd+rpmuNw0NbWNjoKRflgZQn5CXvk9qPCnK/Z1IcKgCXMw4UZEGVEmguAt6i6ygVYqpi/+sNTEPe/iNudgy287eDpD3DcKpKXxeqO3aZ6bet5BJGkyZ69xyC/NM2FAvSCi7m2RJEEgfyrOzs/GPHjAVB/bF18sLPqVzKe+PS0AyGoVTe+TN/uF8z2UhQCI1EiTMOIH8rpzNyQgiDlfgxXIpH60lLvytODFeeSs75T92OYNymGU6lsYXnrrq7OSzuxGEGZjGs86anEwStqAeP1NEMEgnpF4vWurmijIdidVTsRi0W7ohHkSYnaQumdYhl23LllovboexIz3UtRWqfJwQuhBRkXU26dnbDHnh0eHsZidbu9HoseGpf5MC0HNVrUfT6GuZaWao+eQRtmQi6BiATUK1jRRR220y0FCcqzRoQQorFordaIRQV7pHE4KRaLIv1O08eoalAMZzOC3U6akWvc38w4nYIVzU0F9eZQQaFOxWKRml1odEUakr0WacRuiVxOhH7T5QKtW/TacTv16p2QJuPC/it5ki0w7ErB4I1K2hFpRCO1eqNRr0WijVs/xSdEOL5hzFXVhSmx9VJu4tUr9E3GNQ5gnM/ExTCUXlpMuafOTSZmnj+Pnjr8JBo5lR6PJ+IT4XBYK8rBYNFNezDqtRubjUuQxjtoFIn1xLMTE9MTuQkunOLo6f/pbPvHn7ITs6mLybMZNglid2o2yxKvarI5uS8DmkiE4zjhjNRhqWLI83Nn58/jeV5RiFpEIHCC9ya80m/fLWZOLkkopFCrdx1Gow0oVd6UOBONzoiitx47bMCfuuo1EtkxSjgRXLwG7UQUmopINHoqeiv2ydvPo5FI9Pnb/4jdikJE4P+6IqdO1agTwoWcNoAFOeTHf/4JdBGShE0o+tPPcRanapEu+BPsxb+5qQm5JEF2gbYLtlukeLLhJFur1+D4JeAXFKnphIJwsg74WNfJWMxkDQIaJZRP0uGEYmyrZKsEI0xJhFPJPEI40brOieASdijKAlISYkpkjQ9UaE3uBhoeAjacCscVREDhfsMtzcg1AglsNixmW2+eev0/+CwNjTJJvek92mbl4rBqw3T8Nx8cQcJYrMTpcDghvelmZuVKiez4uEcisd8WX5gTPfHxbJx9w2domJRLSrwkKRj1O++yhy4TrnCCsmv0kIjEfuczFKBsoTd+4IBJuXjr5OTvfp4P+fJTf04K9/8aFvdYhcW1uBbX4lrc4xYW1+JaXItrcY9bWFyLa3EtrsU9bmFxLa7FtbgW97iFxbW4FtfiWtzjFhbX4v4/cv8Jkh1JlGm26w8AAAAASUVORK5CYII=">
            <a:extLst>
              <a:ext uri="{FF2B5EF4-FFF2-40B4-BE49-F238E27FC236}">
                <a16:creationId xmlns:a16="http://schemas.microsoft.com/office/drawing/2014/main" id="{C2326DC2-3AFD-494D-84D5-E50EB713D1D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2489" y="119390"/>
            <a:ext cx="1063311" cy="661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oogle Shape;98;p15"/>
          <p:cNvGrpSpPr/>
          <p:nvPr/>
        </p:nvGrpSpPr>
        <p:grpSpPr>
          <a:xfrm>
            <a:off x="0" y="5716598"/>
            <a:ext cx="11959674" cy="939388"/>
            <a:chOff x="0" y="5716598"/>
            <a:chExt cx="11959674" cy="939388"/>
          </a:xfrm>
        </p:grpSpPr>
        <p:pic>
          <p:nvPicPr>
            <p:cNvPr id="99" name="Google Shape;99;p15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0" y="5716598"/>
              <a:ext cx="11034643" cy="9393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" name="Google Shape;100;p15"/>
            <p:cNvSpPr/>
            <p:nvPr/>
          </p:nvSpPr>
          <p:spPr>
            <a:xfrm>
              <a:off x="11020286" y="5716598"/>
              <a:ext cx="939388" cy="939388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1" name="Google Shape;101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5"/>
          <p:cNvSpPr txBox="1">
            <a:spLocks noGrp="1"/>
          </p:cNvSpPr>
          <p:nvPr>
            <p:ph type="body" idx="1"/>
          </p:nvPr>
        </p:nvSpPr>
        <p:spPr>
          <a:xfrm rot="5400000">
            <a:off x="4161556" y="-1497730"/>
            <a:ext cx="386888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3" name="Google Shape;103;p15"/>
          <p:cNvSpPr txBox="1">
            <a:spLocks noGrp="1"/>
          </p:cNvSpPr>
          <p:nvPr>
            <p:ph type="sldNum" idx="12"/>
          </p:nvPr>
        </p:nvSpPr>
        <p:spPr>
          <a:xfrm>
            <a:off x="11194770" y="6004476"/>
            <a:ext cx="62469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104" name="Google Shape;104;p15"/>
          <p:cNvSpPr/>
          <p:nvPr/>
        </p:nvSpPr>
        <p:spPr>
          <a:xfrm>
            <a:off x="237434" y="6004476"/>
            <a:ext cx="5680765" cy="347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Google Shape;23;p8">
            <a:extLst>
              <a:ext uri="{FF2B5EF4-FFF2-40B4-BE49-F238E27FC236}">
                <a16:creationId xmlns:a16="http://schemas.microsoft.com/office/drawing/2014/main" id="{A5499759-95CA-45D0-BDC8-050D6D10EDC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84183" r="1766"/>
          <a:stretch/>
        </p:blipFill>
        <p:spPr>
          <a:xfrm>
            <a:off x="7659116" y="5716598"/>
            <a:ext cx="1550504" cy="939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23;p8">
            <a:extLst>
              <a:ext uri="{FF2B5EF4-FFF2-40B4-BE49-F238E27FC236}">
                <a16:creationId xmlns:a16="http://schemas.microsoft.com/office/drawing/2014/main" id="{33F4A9B6-A501-48B3-AF7A-911806C8D34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2312" r="83637"/>
          <a:stretch/>
        </p:blipFill>
        <p:spPr>
          <a:xfrm>
            <a:off x="9309655" y="5716598"/>
            <a:ext cx="1550504" cy="939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17;p16" title="ChatGPT_Image_10_feb_2026__03_37_58_p.m.-removebg-preview.png">
            <a:extLst>
              <a:ext uri="{FF2B5EF4-FFF2-40B4-BE49-F238E27FC236}">
                <a16:creationId xmlns:a16="http://schemas.microsoft.com/office/drawing/2014/main" id="{957FC418-D24A-41B6-8726-D018B1D13E64}"/>
              </a:ext>
            </a:extLst>
          </p:cNvPr>
          <p:cNvPicPr preferRelativeResize="0">
            <a:picLocks noChangeAspect="1"/>
          </p:cNvPicPr>
          <p:nvPr userDrawn="1"/>
        </p:nvPicPr>
        <p:blipFill rotWithShape="1">
          <a:blip r:embed="rId3">
            <a:alphaModFix/>
          </a:blip>
          <a:srcRect t="19004" b="19104"/>
          <a:stretch/>
        </p:blipFill>
        <p:spPr>
          <a:xfrm>
            <a:off x="9209620" y="5835909"/>
            <a:ext cx="1698394" cy="700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81;p12" title="WhatsApp_Image_2026-02-10_at_3.09.16_PM__2_-removebg-preview.png">
            <a:extLst>
              <a:ext uri="{FF2B5EF4-FFF2-40B4-BE49-F238E27FC236}">
                <a16:creationId xmlns:a16="http://schemas.microsoft.com/office/drawing/2014/main" id="{4D138A27-6498-483F-B4F3-C3DCD2147040}"/>
              </a:ext>
            </a:extLst>
          </p:cNvPr>
          <p:cNvPicPr preferRelativeResize="0"/>
          <p:nvPr userDrawn="1"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00000" cy="9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83;p12" title="WhatsApp_Image_2026-02-10_at_3.09.16_PM__1_-removebg-preview.png">
            <a:extLst>
              <a:ext uri="{FF2B5EF4-FFF2-40B4-BE49-F238E27FC236}">
                <a16:creationId xmlns:a16="http://schemas.microsoft.com/office/drawing/2014/main" id="{08A3201B-3470-4938-AE1B-24334FFFA58E}"/>
              </a:ext>
            </a:extLst>
          </p:cNvPr>
          <p:cNvPicPr preferRelativeResize="0"/>
          <p:nvPr userDrawn="1"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292000" y="0"/>
            <a:ext cx="900000" cy="9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Picture 2" descr="data:image/png;base64,iVBORw0KGgoAAAANSUhEUgAAAO4AAACUCAMAAACjieW3AAAB8lBMVEXZECP7+/v9///ZCh/YIinus7bcDyT3+vnXIizss7T//v8BjM36+Pn5//8Ai9LU1tP/+//c3L/MURPmxRzr4M/WAAAZWT5PnyVUkJ9Roy3dABrE0s4fXT7T4t79+fUYV0MAVivj6OeXsal+s3GlubNZpiIzezQAitf///YAZzQ5hzAAbTI6l80AWQDWWRvs8vHfADBNmy3/0BEAQCHuwsHoqbHfhYlmhHh6l4h/o5WMqJxdgW43a0ksaFAATitkcF7Myr1jdVpqm4Zeim4UXSeyycAUYjhBb1ohaEUzXkgAUBDA29KcpaI6dVvB17sARBBAdzgUYyAYTkxko1EulQAlbQCay7WOr5NdpXZOi0Azch9al3Tw//BGlDRXiFV6oYGw0KBcmVbiyZH168jq35fRzI3Yz6NUi4TXynuGup0pgauXpn2HnGrv4ePy1dDWlZU2f1EjgxpynmrIs3Wlc0ifgVJGc4+6gIOsXl7gPkWVvpPIjTNSuIAhnWVlq464AADWuKextaKBh2TSfhJkdHEAi+id0JCneTWSgGF9hYtnjLKumYDZpGSVtMPolDjBf0C6jm9eosffVWDWQyGEn1fbbnfrqBvbdCK7Tibr3hnQxhnZsCLfyFHFO0DHVlnVkGvQbDmYhIDBr7GBYlKMV1Y3RSg8d0sAAAAO1UlEQVR4nO3ci1PbZrYAcCQTBB8yFsVIGL0sYws/EoTwA8cOXjdg2cTE2DUxCaCUwMUtpLZx2iYNaSmU3Ww2pd0kXJK0tGmbu/0/98hJs5s23TtzpzMXMTrh4SH2jH8+n853jvxoa/sjw9behWN/XBD4qU5bxx96D//QsLgW1+JaXIt73MLiWlyLa3Et7nELi2txLa7FtbjHLSyuxbW4FtfiHrewuBbX4lpci3vcwuJaXIt7crkkfME3ARdIgjjpXAICRySGEIEhjCBPNhchRSIliTS+JQX9Lw+N2bkIY+NnE8m4wxFPJs7GWVjQ/+EGJueSdok9555wp/6UTr/thgvnWP4/rWeTcxF/fnKKo3P02UwmQWs0N5WMSyeY601pHJfieCQIiKdTdC6X8qCTyx2H3LqTEjJKFJImUyKtTaLf34zMzVXwcY2msxL1wkJJF1O0No6UXx6ME8UlKd4zrnHu8wpFGI0GgZSkG3Lt5Q0ngREK+etEm5mLkcr0OThyJyTFOFpJUpGyHE3npl/svhTysuhXXZaZuQSJvBdyopjKn0ekAp3VeD4FWrcHGbmlFDST5X/lNS/XqE5KJqvlaI2jkwo0V5MpTaO1qYuskV3SP1RIzBal149fE3IJIs8L0DmyvIJ7aY6jOY0uTfP8ROkdKNNcKuU1iJJSnpu7UrqUIf79+DUhV6h4ccmbTCYyEqzmc1OcqImaO5nURNFIbs5r+ND85SuMz6fLCwkFMykXph4cQ5lFwNJx3ljNAsYmcxws59TERFibEsXcJIu3inLmku5qeYte0rRcRUG8lk/Q0yyxxEskYReIzPTsBbf7LM+fFy9cmJ3ICIIdxl5PUtSC4GX0hasOZE4uQeVZtPjueFicX742VFDsK6tQofKZDKv4/2tFUdjWJdy5RiJleoHjdJcLvBcyuCm5aJlMOPKhyTAnM2UeR1R14L21VQHDcWnt3ffW3l+rCX5MkNbWnFXCz4sLC7IK+dWnEgRuPi4ckENSkl8PiQHVN8SzCbY33jO88d7169c/OL8xPNCL/NW1lbWV6iryr/YKKENrC0EV0rtwttao42bjCuSS6pjOLLpDqnplctyjrM53d3f39AwPt76BixsnNngYFwDuxPyZrKjJKsM0M43+BjIbF3NUXLvTZzc1Rg3R4xISrp/u6X4ZG63sCjjiK5fzOMIF8FKEYyaZDTWZ5m46FiXMxsX5afWGeDGg61oqQRb4D3/R9vT0fPTxTeCu59nKeuVymq3kkfA+8iNCuvVJZki9LsVuR3DSXFySmC7qohYIamIcFbbe3+h5ldzhO/4Z4BY+/azikPjtz9ZhT3ZWIcu125/v7Da/2I3Z6opiKi5MAH8W9U0NeokksTXkvP4K29M9vPfnvwz0Vj6r7X52Y/7y5XRlm4f0QslGXQ1PfKuwvY5L5QIyEZcgpcKkWAxyGieyd8tLaPXt7pfp7Rnu3rtpHLv8dn73+geF3fV5eGyqq8bEdPazCS1+Qz6zuzw3BFMiYRYu4q/N6TQn07SYvavzOIHWNoY37v3143v3/nb/3l63wa1UtitfPthdX6/wyLkCpRwjMk1Nu3r1kgwVWp03vObgEojfnHPJnAxzwFUG1iVB+d/t/njvZewPDw8U+MvrhXz6S2m9sr3Or0HHgRHeeKmoFXOyLvsYJpRBZskuifMXb7hUbkoTc3ND0HLAPLt786939vbga9/51V+6Bwrr24vbmfQOu315fbtQNc7toLQocrmFQIDRXT5XcEIRTMJFKD8plRkNRh/dteTJwHGJOzf+dmfna0NbOz3cPdDLVxzzn35w7/Knu/lK7yrkVlIUYyrkcgFGhWFBneWRSbjQLPGoMBfkaNlX3KwYp2T8zoGHfxe8vHOFfdjTDV1VZX27PvPFx7vP+e31ZSes963mXJFeoEWaCzLQTKoXEqbhjrMEpaiqmNP1ktdf2OIxwjmw8YWjZ/jh7umeFhc24/OFBx/tZi5XpF7gUsRdX1DMBTlRLDIqcN1xs3BJz0SGQmWGLgZDm4Xy0JLE250D92e+AmfaaK8MLspX1ncf5LfzBIKeGfowVmVo+hz0JRxkV1VnPWbhKpPuCRZtMVOyHLiiDmXmK7zfcfP+VyAd8P7CtSNFST8QeIThzlXjVAe55dMhteB1uVx6cDZvBq7dKMSJknuaL8zJcijI6Fc35/O8kN54+NXGcPfGw9Pdv3BxBFyYiHCnUzAKnDLk02lRK9Iq49JlkTAFF7oj1rsZck/n566EZFUtBWR9ixR2e06ffjjcff8V14gdg4v7iarQak6k8pzqFjVaZ3zBWZPsuwqVPxN2BwKpLLMQCroCIV0tUIQwOXz69Eb3xv3Tr45dhLCdjySDi68JrZHPTm3prisiXWJ0t8dOmoFrx5DnDJTXgCYuBGV1IaSWC7xid35x/1XcvH9/vOr89/hwyS4oCmLHEZ8ppOMac9Vbr1Om4JJIKU4mRDoQ0ORgMKSqV+dZwl59a+T1eOu1qOIYX+Hjs5mt3UeHjknmev37fpNklzTOLSdELsBpuhxUg4u8nbTf6e+wGf9sbQcH7R0dcAF+dLR1tH512O7YcX5x81yx6PrvZ4fOXTWdbhwSZuAa5yGUswoWB68WDOoLmzDNEksjxr0G2Mjjvr7HX+89AegoXB9+ALqtY2QJlxZLoYDOqGlquaJ7sixlmnmXVAiMmKYhvcFQKUNKfrzaPwr3u/3pt0dHfWNj3wC5E649CuntGDVu119F0mIwFJBdc4W8OqRzbgciKbNwSYpE+TCnAfcclhEItN/fNtr25Ftw9n17NDbW1/fNUbvhbG8fNX4PduzblfPNZiAU9JVVhtGmtPlF3hSL2eDyCkGhZErTApcyhS3k9/+9w9a59y1g+4B6ZPzo63trtOPg8eO9owNYzLaRJeQp6XJIhnGIUTk5cGbRHPuuMd4vl7cKiIX0Bs4Yp53Q6sFo20hfS9uSvoi2DuMR+OZoBOrVwSrKb8oM7NKMz6dqJflMBpnk2EVIKOjM1tIEHQiVeJVHeNXW0b7X9121Wn3/X9qxJ20jR33w9bh9sNNWRcpioNmUXcZ4EAjJl/KUSbiOmQzBl+fKm6JWyhVUBSOqtrb2O2tpXpIcO9+94vY9HT14a/ROX9+TwduDsPO+WwoEjeeJgCsHz+RNs5j5LO0puBido0ubQ2UFg+y22R7wDiXtcDh2jsYM6pixrkegOj9pla3+D3Fs60ygZDwL6GpxzdEzw4gAG1FCzMouJjgVkNWyQtl3bLbOKKRWcThYpfry+IVfR3sH7VC49mADXsXR3WYgCFyXKygzoUsFUzSRrex6Mh5RXFCZYCCglgmKcI6M2m7xRm4hJDh+96DdMNRjR0dQrUagRsPMUGDkBZfqczElPRRq9prl2MVQfnEzR9Oy6jJ65iUK8+8PDj6CzPItLvvd4/bRg6+NRd3ako4OOgb37cb85woaZ+WCTTnUHPILZskuhZSzoZBGG9Ouapxntq9+bht8VuNfpDdd3b/dP2j78cjor8bGYOPt+LzXePH6FqO6fD69KQeaMDSahitgCM+UShonu3TYkXCMtO/DiPAoGuF5I8M1R73rexgWnuwd9X395KCjo/9Dyk/a0ZJqnJSTQ1CglwnMT5qES5Azcb5yxsgv9PxlnsKopf3+wY6O9kMoWFCv+Hw+/2wQuqm2dhvE5/t+QrDXH8WG5hhG1i7NMcuEiZ4SM14PGM5qrfXMuOa2KIpUllYO+gcH+/v7OyPPd+rpmuNw0NbWNjoKRflgZQn5CXvk9qPCnK/Z1IcKgCXMw4UZEGVEmguAt6i6ygVYqpi/+sNTEPe/iNudgy287eDpD3DcKpKXxeqO3aZ6bet5BJGkyZ69xyC/NM2FAvSCi7m2RJEEgfyrOzs/GPHjAVB/bF18sLPqVzKe+PS0AyGoVTe+TN/uF8z2UhQCI1EiTMOIH8rpzNyQgiDlfgxXIpH60lLvytODFeeSs75T92OYNymGU6lsYXnrrq7OSzuxGEGZjGs86anEwStqAeP1NEMEgnpF4vWurmijIdidVTsRi0W7ohHkSYnaQumdYhl23LllovboexIz3UtRWqfJwQuhBRkXU26dnbDHnh0eHsZidbu9HoseGpf5MC0HNVrUfT6GuZaWao+eQRtmQi6BiATUK1jRRR220y0FCcqzRoQQorFordaIRQV7pHE4KRaLIv1O08eoalAMZzOC3U6akWvc38w4nYIVzU0F9eZQQaFOxWKRml1odEUakr0WacRuiVxOhH7T5QKtW/TacTv16p2QJuPC/it5ki0w7ErB4I1K2hFpRCO1eqNRr0WijVs/xSdEOL5hzFXVhSmx9VJu4tUr9E3GNQ5gnM/ExTCUXlpMuafOTSZmnj+Pnjr8JBo5lR6PJ+IT4XBYK8rBYNFNezDqtRubjUuQxjtoFIn1xLMTE9MTuQkunOLo6f/pbPvHn7ITs6mLybMZNglid2o2yxKvarI5uS8DmkiE4zjhjNRhqWLI83Nn58/jeV5RiFpEIHCC9ya80m/fLWZOLkkopFCrdx1Gow0oVd6UOBONzoiitx47bMCfuuo1EtkxSjgRXLwG7UQUmopINHoqeiv2ydvPo5FI9Pnb/4jdikJE4P+6IqdO1agTwoWcNoAFOeTHf/4JdBGShE0o+tPPcRanapEu+BPsxb+5qQm5JEF2gbYLtlukeLLhJFur1+D4JeAXFKnphIJwsg74WNfJWMxkDQIaJZRP0uGEYmyrZKsEI0xJhFPJPEI40brOieASdijKAlISYkpkjQ9UaE3uBhoeAjacCscVREDhfsMtzcg1AglsNixmW2+eev0/+CwNjTJJvek92mbl4rBqw3T8Nx8cQcJYrMTpcDghvelmZuVKiez4uEcisd8WX5gTPfHxbJx9w2domJRLSrwkKRj1O++yhy4TrnCCsmv0kIjEfuczFKBsoTd+4IBJuXjr5OTvfp4P+fJTf04K9/8aFvdYhcW1uBbX4lrc4xYW1+JaXItrcY9bWFyLa3EtrsU9bmFxLa7FtbgW97iFxbW4FtfiWtzjFhbX4v4/cv8Jkh1JlGm26w8AAAAASUVORK5CYII=">
            <a:extLst>
              <a:ext uri="{FF2B5EF4-FFF2-40B4-BE49-F238E27FC236}">
                <a16:creationId xmlns:a16="http://schemas.microsoft.com/office/drawing/2014/main" id="{FF36DDC9-AD0D-4594-A87C-5B94099EF38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2489" y="119390"/>
            <a:ext cx="1063311" cy="661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oogle Shape;109;p16"/>
          <p:cNvGrpSpPr/>
          <p:nvPr/>
        </p:nvGrpSpPr>
        <p:grpSpPr>
          <a:xfrm>
            <a:off x="0" y="5716598"/>
            <a:ext cx="11959674" cy="939388"/>
            <a:chOff x="0" y="5716598"/>
            <a:chExt cx="11959674" cy="939388"/>
          </a:xfrm>
        </p:grpSpPr>
        <p:pic>
          <p:nvPicPr>
            <p:cNvPr id="110" name="Google Shape;110;p16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0" y="5716598"/>
              <a:ext cx="11034643" cy="9393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" name="Google Shape;111;p16"/>
            <p:cNvSpPr/>
            <p:nvPr/>
          </p:nvSpPr>
          <p:spPr>
            <a:xfrm>
              <a:off x="11020286" y="5716598"/>
              <a:ext cx="939388" cy="939388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2" name="Google Shape;112;p16"/>
          <p:cNvSpPr txBox="1">
            <a:spLocks noGrp="1"/>
          </p:cNvSpPr>
          <p:nvPr>
            <p:ph type="title"/>
          </p:nvPr>
        </p:nvSpPr>
        <p:spPr>
          <a:xfrm rot="5400000">
            <a:off x="7363614" y="1726412"/>
            <a:ext cx="5351473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6"/>
          <p:cNvSpPr txBox="1">
            <a:spLocks noGrp="1"/>
          </p:cNvSpPr>
          <p:nvPr>
            <p:ph type="body" idx="1"/>
          </p:nvPr>
        </p:nvSpPr>
        <p:spPr>
          <a:xfrm rot="5400000">
            <a:off x="2029614" y="-826288"/>
            <a:ext cx="5351473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4" name="Google Shape;114;p16"/>
          <p:cNvSpPr txBox="1">
            <a:spLocks noGrp="1"/>
          </p:cNvSpPr>
          <p:nvPr>
            <p:ph type="sldNum" idx="12"/>
          </p:nvPr>
        </p:nvSpPr>
        <p:spPr>
          <a:xfrm>
            <a:off x="11194770" y="6004476"/>
            <a:ext cx="62469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115" name="Google Shape;115;p16"/>
          <p:cNvSpPr/>
          <p:nvPr/>
        </p:nvSpPr>
        <p:spPr>
          <a:xfrm>
            <a:off x="237434" y="6004476"/>
            <a:ext cx="5680765" cy="347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" name="Google Shape;23;p8">
            <a:extLst>
              <a:ext uri="{FF2B5EF4-FFF2-40B4-BE49-F238E27FC236}">
                <a16:creationId xmlns:a16="http://schemas.microsoft.com/office/drawing/2014/main" id="{240F3FDD-AA1A-4993-AE8C-728DF088AD4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84183" r="1766"/>
          <a:stretch/>
        </p:blipFill>
        <p:spPr>
          <a:xfrm>
            <a:off x="7659116" y="5716598"/>
            <a:ext cx="1550504" cy="939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23;p8">
            <a:extLst>
              <a:ext uri="{FF2B5EF4-FFF2-40B4-BE49-F238E27FC236}">
                <a16:creationId xmlns:a16="http://schemas.microsoft.com/office/drawing/2014/main" id="{AB527877-2AF0-4623-B4D2-9B32FD304BC2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2312" r="83637"/>
          <a:stretch/>
        </p:blipFill>
        <p:spPr>
          <a:xfrm>
            <a:off x="9309655" y="5716598"/>
            <a:ext cx="1550504" cy="939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17;p16" title="ChatGPT_Image_10_feb_2026__03_37_58_p.m.-removebg-preview.png">
            <a:extLst>
              <a:ext uri="{FF2B5EF4-FFF2-40B4-BE49-F238E27FC236}">
                <a16:creationId xmlns:a16="http://schemas.microsoft.com/office/drawing/2014/main" id="{3E4AF8F2-03B6-4743-83AE-A99E64B1768D}"/>
              </a:ext>
            </a:extLst>
          </p:cNvPr>
          <p:cNvPicPr preferRelativeResize="0">
            <a:picLocks noChangeAspect="1"/>
          </p:cNvPicPr>
          <p:nvPr userDrawn="1"/>
        </p:nvPicPr>
        <p:blipFill rotWithShape="1">
          <a:blip r:embed="rId3">
            <a:alphaModFix/>
          </a:blip>
          <a:srcRect t="19004" b="19104"/>
          <a:stretch/>
        </p:blipFill>
        <p:spPr>
          <a:xfrm>
            <a:off x="9209620" y="5835909"/>
            <a:ext cx="1698394" cy="700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81;p12" title="WhatsApp_Image_2026-02-10_at_3.09.16_PM__2_-removebg-preview.png">
            <a:extLst>
              <a:ext uri="{FF2B5EF4-FFF2-40B4-BE49-F238E27FC236}">
                <a16:creationId xmlns:a16="http://schemas.microsoft.com/office/drawing/2014/main" id="{85D54CD0-F410-40F5-BF48-BA84389493C2}"/>
              </a:ext>
            </a:extLst>
          </p:cNvPr>
          <p:cNvPicPr preferRelativeResize="0"/>
          <p:nvPr userDrawn="1"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00000" cy="9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83;p12" title="WhatsApp_Image_2026-02-10_at_3.09.16_PM__1_-removebg-preview.png">
            <a:extLst>
              <a:ext uri="{FF2B5EF4-FFF2-40B4-BE49-F238E27FC236}">
                <a16:creationId xmlns:a16="http://schemas.microsoft.com/office/drawing/2014/main" id="{2EFA06C1-F9E6-4218-9C6F-7A4382ACDED4}"/>
              </a:ext>
            </a:extLst>
          </p:cNvPr>
          <p:cNvPicPr preferRelativeResize="0"/>
          <p:nvPr userDrawn="1"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292000" y="0"/>
            <a:ext cx="900000" cy="9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Picture 2" descr="data:image/png;base64,iVBORw0KGgoAAAANSUhEUgAAAO4AAACUCAMAAACjieW3AAAB8lBMVEXZECP7+/v9///ZCh/YIinus7bcDyT3+vnXIizss7T//v8BjM36+Pn5//8Ai9LU1tP/+//c3L/MURPmxRzr4M/WAAAZWT5PnyVUkJ9Roy3dABrE0s4fXT7T4t79+fUYV0MAVivj6OeXsal+s3GlubNZpiIzezQAitf///YAZzQ5hzAAbTI6l80AWQDWWRvs8vHfADBNmy3/0BEAQCHuwsHoqbHfhYlmhHh6l4h/o5WMqJxdgW43a0ksaFAATitkcF7Myr1jdVpqm4Zeim4UXSeyycAUYjhBb1ohaEUzXkgAUBDA29KcpaI6dVvB17sARBBAdzgUYyAYTkxko1EulQAlbQCay7WOr5NdpXZOi0Azch9al3Tw//BGlDRXiFV6oYGw0KBcmVbiyZH168jq35fRzI3Yz6NUi4TXynuGup0pgauXpn2HnGrv4ePy1dDWlZU2f1EjgxpynmrIs3Wlc0ifgVJGc4+6gIOsXl7gPkWVvpPIjTNSuIAhnWVlq464AADWuKextaKBh2TSfhJkdHEAi+id0JCneTWSgGF9hYtnjLKumYDZpGSVtMPolDjBf0C6jm9eosffVWDWQyGEn1fbbnfrqBvbdCK7Tibr3hnQxhnZsCLfyFHFO0DHVlnVkGvQbDmYhIDBr7GBYlKMV1Y3RSg8d0sAAAAO1UlEQVR4nO3ci1PbZrYAcCQTBB8yFsVIGL0sYws/EoTwA8cOXjdg2cTE2DUxCaCUwMUtpLZx2iYNaSmU3Ww2pd0kXJK0tGmbu/0/98hJs5s23TtzpzMXMTrh4SH2jH8+n853jvxoa/sjw9behWN/XBD4qU5bxx96D//QsLgW1+JaXIt73MLiWlyLa3Et7nELi2txLa7FtbjHLSyuxbW4FtfiHrewuBbX4lpci3vcwuJaXIt7crkkfME3ARdIgjjpXAICRySGEIEhjCBPNhchRSIliTS+JQX9Lw+N2bkIY+NnE8m4wxFPJs7GWVjQ/+EGJueSdok9555wp/6UTr/thgvnWP4/rWeTcxF/fnKKo3P02UwmQWs0N5WMSyeY601pHJfieCQIiKdTdC6X8qCTyx2H3LqTEjJKFJImUyKtTaLf34zMzVXwcY2msxL1wkJJF1O0No6UXx6ME8UlKd4zrnHu8wpFGI0GgZSkG3Lt5Q0ngREK+etEm5mLkcr0OThyJyTFOFpJUpGyHE3npl/svhTysuhXXZaZuQSJvBdyopjKn0ekAp3VeD4FWrcHGbmlFDST5X/lNS/XqE5KJqvlaI2jkwo0V5MpTaO1qYuskV3SP1RIzBal149fE3IJIs8L0DmyvIJ7aY6jOY0uTfP8ROkdKNNcKuU1iJJSnpu7UrqUIf79+DUhV6h4ccmbTCYyEqzmc1OcqImaO5nURNFIbs5r+ND85SuMz6fLCwkFMykXph4cQ5lFwNJx3ljNAsYmcxws59TERFibEsXcJIu3inLmku5qeYte0rRcRUG8lk/Q0yyxxEskYReIzPTsBbf7LM+fFy9cmJ3ICIIdxl5PUtSC4GX0hasOZE4uQeVZtPjueFicX742VFDsK6tQofKZDKv4/2tFUdjWJdy5RiJleoHjdJcLvBcyuCm5aJlMOPKhyTAnM2UeR1R14L21VQHDcWnt3ffW3l+rCX5MkNbWnFXCz4sLC7IK+dWnEgRuPi4ckENSkl8PiQHVN8SzCbY33jO88d7169c/OL8xPNCL/NW1lbWV6iryr/YKKENrC0EV0rtwttao42bjCuSS6pjOLLpDqnplctyjrM53d3f39AwPt76BixsnNngYFwDuxPyZrKjJKsM0M43+BjIbF3NUXLvTZzc1Rg3R4xISrp/u6X4ZG63sCjjiK5fzOMIF8FKEYyaZDTWZ5m46FiXMxsX5afWGeDGg61oqQRb4D3/R9vT0fPTxTeCu59nKeuVymq3kkfA+8iNCuvVJZki9LsVuR3DSXFySmC7qohYIamIcFbbe3+h5ldzhO/4Z4BY+/azikPjtz9ZhT3ZWIcu125/v7Da/2I3Z6opiKi5MAH8W9U0NeokksTXkvP4K29M9vPfnvwz0Vj6r7X52Y/7y5XRlm4f0QslGXQ1PfKuwvY5L5QIyEZcgpcKkWAxyGieyd8tLaPXt7pfp7Rnu3rtpHLv8dn73+geF3fV5eGyqq8bEdPazCS1+Qz6zuzw3BFMiYRYu4q/N6TQn07SYvavzOIHWNoY37v3143v3/nb/3l63wa1UtitfPthdX6/wyLkCpRwjMk1Nu3r1kgwVWp03vObgEojfnHPJnAxzwFUG1iVB+d/t/njvZewPDw8U+MvrhXz6S2m9sr3Or0HHgRHeeKmoFXOyLvsYJpRBZskuifMXb7hUbkoTc3ND0HLAPLt786939vbga9/51V+6Bwrr24vbmfQOu315fbtQNc7toLQocrmFQIDRXT5XcEIRTMJFKD8plRkNRh/dteTJwHGJOzf+dmfna0NbOz3cPdDLVxzzn35w7/Knu/lK7yrkVlIUYyrkcgFGhWFBneWRSbjQLPGoMBfkaNlX3KwYp2T8zoGHfxe8vHOFfdjTDV1VZX27PvPFx7vP+e31ZSes963mXJFeoEWaCzLQTKoXEqbhjrMEpaiqmNP1ktdf2OIxwjmw8YWjZ/jh7umeFhc24/OFBx/tZi5XpF7gUsRdX1DMBTlRLDIqcN1xs3BJz0SGQmWGLgZDm4Xy0JLE250D92e+AmfaaK8MLspX1ncf5LfzBIKeGfowVmVo+hz0JRxkV1VnPWbhKpPuCRZtMVOyHLiiDmXmK7zfcfP+VyAd8P7CtSNFST8QeIThzlXjVAe55dMhteB1uVx6cDZvBq7dKMSJknuaL8zJcijI6Fc35/O8kN54+NXGcPfGw9Pdv3BxBFyYiHCnUzAKnDLk02lRK9Iq49JlkTAFF7oj1rsZck/n566EZFUtBWR9ixR2e06ffjjcff8V14gdg4v7iarQak6k8pzqFjVaZ3zBWZPsuwqVPxN2BwKpLLMQCroCIV0tUIQwOXz69Eb3xv3Tr45dhLCdjySDi68JrZHPTm3prisiXWJ0t8dOmoFrx5DnDJTXgCYuBGV1IaSWC7xid35x/1XcvH9/vOr89/hwyS4oCmLHEZ8ppOMac9Vbr1Om4JJIKU4mRDoQ0ORgMKSqV+dZwl59a+T1eOu1qOIYX+Hjs5mt3UeHjknmev37fpNklzTOLSdELsBpuhxUg4u8nbTf6e+wGf9sbQcH7R0dcAF+dLR1tH512O7YcX5x81yx6PrvZ4fOXTWdbhwSZuAa5yGUswoWB68WDOoLmzDNEksjxr0G2Mjjvr7HX+89AegoXB9+ALqtY2QJlxZLoYDOqGlquaJ7sixlmnmXVAiMmKYhvcFQKUNKfrzaPwr3u/3pt0dHfWNj3wC5E649CuntGDVu119F0mIwFJBdc4W8OqRzbgciKbNwSYpE+TCnAfcclhEItN/fNtr25Ftw9n17NDbW1/fNUbvhbG8fNX4PduzblfPNZiAU9JVVhtGmtPlF3hSL2eDyCkGhZErTApcyhS3k9/+9w9a59y1g+4B6ZPzo63trtOPg8eO9owNYzLaRJeQp6XJIhnGIUTk5cGbRHPuuMd4vl7cKiIX0Bs4Yp53Q6sFo20hfS9uSvoi2DuMR+OZoBOrVwSrKb8oM7NKMz6dqJflMBpnk2EVIKOjM1tIEHQiVeJVHeNXW0b7X9121Wn3/X9qxJ20jR33w9bh9sNNWRcpioNmUXcZ4EAjJl/KUSbiOmQzBl+fKm6JWyhVUBSOqtrb2O2tpXpIcO9+94vY9HT14a/ROX9+TwduDsPO+WwoEjeeJgCsHz+RNs5j5LO0puBido0ubQ2UFg+y22R7wDiXtcDh2jsYM6pixrkegOj9pla3+D3Fs60ygZDwL6GpxzdEzw4gAG1FCzMouJjgVkNWyQtl3bLbOKKRWcThYpfry+IVfR3sH7VC49mADXsXR3WYgCFyXKygzoUsFUzSRrex6Mh5RXFCZYCCglgmKcI6M2m7xRm4hJDh+96DdMNRjR0dQrUagRsPMUGDkBZfqczElPRRq9prl2MVQfnEzR9Oy6jJ65iUK8+8PDj6CzPItLvvd4/bRg6+NRd3ako4OOgb37cb85woaZ+WCTTnUHPILZskuhZSzoZBGG9Ouapxntq9+bht8VuNfpDdd3b/dP2j78cjor8bGYOPt+LzXePH6FqO6fD69KQeaMDSahitgCM+UShonu3TYkXCMtO/DiPAoGuF5I8M1R73rexgWnuwd9X395KCjo/9Dyk/a0ZJqnJSTQ1CglwnMT5qES5Azcb5yxsgv9PxlnsKopf3+wY6O9kMoWFCv+Hw+/2wQuqm2dhvE5/t+QrDXH8WG5hhG1i7NMcuEiZ4SM14PGM5qrfXMuOa2KIpUllYO+gcH+/v7OyPPd+rpmuNw0NbWNjoKRflgZQn5CXvk9qPCnK/Z1IcKgCXMw4UZEGVEmguAt6i6ygVYqpi/+sNTEPe/iNudgy287eDpD3DcKpKXxeqO3aZ6bet5BJGkyZ69xyC/NM2FAvSCi7m2RJEEgfyrOzs/GPHjAVB/bF18sLPqVzKe+PS0AyGoVTe+TN/uF8z2UhQCI1EiTMOIH8rpzNyQgiDlfgxXIpH60lLvytODFeeSs75T92OYNymGU6lsYXnrrq7OSzuxGEGZjGs86anEwStqAeP1NEMEgnpF4vWurmijIdidVTsRi0W7ohHkSYnaQumdYhl23LllovboexIz3UtRWqfJwQuhBRkXU26dnbDHnh0eHsZidbu9HoseGpf5MC0HNVrUfT6GuZaWao+eQRtmQi6BiATUK1jRRR220y0FCcqzRoQQorFordaIRQV7pHE4KRaLIv1O08eoalAMZzOC3U6akWvc38w4nYIVzU0F9eZQQaFOxWKRml1odEUakr0WacRuiVxOhH7T5QKtW/TacTv16p2QJuPC/it5ki0w7ErB4I1K2hFpRCO1eqNRr0WijVs/xSdEOL5hzFXVhSmx9VJu4tUr9E3GNQ5gnM/ExTCUXlpMuafOTSZmnj+Pnjr8JBo5lR6PJ+IT4XBYK8rBYNFNezDqtRubjUuQxjtoFIn1xLMTE9MTuQkunOLo6f/pbPvHn7ITs6mLybMZNglid2o2yxKvarI5uS8DmkiE4zjhjNRhqWLI83Nn58/jeV5RiFpEIHCC9ya80m/fLWZOLkkopFCrdx1Gow0oVd6UOBONzoiitx47bMCfuuo1EtkxSjgRXLwG7UQUmopINHoqeiv2ydvPo5FI9Pnb/4jdikJE4P+6IqdO1agTwoWcNoAFOeTHf/4JdBGShE0o+tPPcRanapEu+BPsxb+5qQm5JEF2gbYLtlukeLLhJFur1+D4JeAXFKnphIJwsg74WNfJWMxkDQIaJZRP0uGEYmyrZKsEI0xJhFPJPEI40brOieASdijKAlISYkpkjQ9UaE3uBhoeAjacCscVREDhfsMtzcg1AglsNixmW2+eev0/+CwNjTJJvek92mbl4rBqw3T8Nx8cQcJYrMTpcDghvelmZuVKiez4uEcisd8WX5gTPfHxbJx9w2domJRLSrwkKRj1O++yhy4TrnCCsmv0kIjEfuczFKBsoTd+4IBJuXjr5OTvfp4P+fJTf04K9/8aFvdYhcW1uBbX4lrc4xYW1+JaXItrcY9bWFyLa3EtrsU9bmFxLa7FtbgW97iFxbW4FtfiWtzjFhbX4v4/cv8Jkh1JlGm26w8AAAAASUVORK5CYII=">
            <a:extLst>
              <a:ext uri="{FF2B5EF4-FFF2-40B4-BE49-F238E27FC236}">
                <a16:creationId xmlns:a16="http://schemas.microsoft.com/office/drawing/2014/main" id="{A669C57D-454A-4389-8717-0E1AEAE8D9B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2489" y="119390"/>
            <a:ext cx="1063311" cy="661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>
  <p:cSld name="En blanco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sz="4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838200" y="1825626"/>
            <a:ext cx="10515600" cy="3868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ftr" idx="11"/>
          </p:nvPr>
        </p:nvSpPr>
        <p:spPr>
          <a:xfrm>
            <a:off x="237435" y="6013034"/>
            <a:ext cx="6070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ldNum" idx="12"/>
          </p:nvPr>
        </p:nvSpPr>
        <p:spPr>
          <a:xfrm>
            <a:off x="11194770" y="6004476"/>
            <a:ext cx="62469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  <p:sldLayoutId id="2147483654" r:id="rId4"/>
    <p:sldLayoutId id="2147483655" r:id="rId5"/>
    <p:sldLayoutId id="2147483657" r:id="rId6"/>
    <p:sldLayoutId id="2147483658" r:id="rId7"/>
    <p:sldLayoutId id="2147483659" r:id="rId8"/>
    <p:sldLayoutId id="2147483656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INTISAT — Payload de microscopia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A365D"/>
                </a:solidFill>
                <a:latin typeface="Calibri"/>
              </a:rPr>
              <a:t>Mascaras opticas para microscopia lensless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555555"/>
                </a:solidFill>
                <a:latin typeface="Calibri"/>
              </a:rPr>
              <a:t>Estudio comparativo de rendijas: circular, cuadrada y lineal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749039"/>
            <a:ext cx="3044952" cy="36576"/>
          </a:xfrm>
          <a:prstGeom prst="rect">
            <a:avLst/>
          </a:prstGeom>
          <a:solidFill>
            <a:srgbClr val="C5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023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777777"/>
                </a:solidFill>
                <a:latin typeface="Calibri"/>
              </a:rPr>
              <a:t>Disenadas en CAD · Fabricacion + experimento + analisis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120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365D"/>
                </a:solidFill>
                <a:latin typeface="Calibri"/>
              </a:rPr>
              <a:t>Sensor: OV5647 (lensless)  ·  Iluminacion: OLED SSD1351 128x128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4864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77777"/>
                </a:solidFill>
                <a:latin typeface="Consolas"/>
              </a:rPr>
              <a:t>CubeSat-EdgeAI-Payload  ·  github.com/JaminYC/CubeSat-EdgeAI-Payload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>
                <a:solidFill>
                  <a:srgbClr val="1A365D"/>
                </a:solidFill>
                <a:latin typeface="Calibri"/>
              </a:rPr>
              <a:t>Indice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36576"/>
          </a:xfrm>
          <a:prstGeom prst="rect">
            <a:avLst/>
          </a:prstGeom>
          <a:solidFill>
            <a:srgbClr val="C5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601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1. Objetivo del experimento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2. Concepto: por que una mascara fisica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3. Las tres mascaras fabricadas (CAD)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4. Tres modos de ensamblaje sobre el OV5647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5. Hipotesis: rendija lineal (slit)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6. Hipotesis: apertura cuadrada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7. Hipotesis: pinhole circular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8. Matriz experimental: 3 mascaras x 3 modos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9. Metricas a medir y como compararlas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10. Cuadro de resultados esperados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11. Procedimiento paso a paso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12. Riesgos y proximos pasos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77777"/>
                </a:solidFill>
                <a:latin typeface="Calibri"/>
              </a:rPr>
              <a:t>INTISAT Payload — Microscopia FPM lensless | Experimento de mascaras opticas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77777"/>
                </a:solidFill>
                <a:latin typeface="Calibri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>
                <a:solidFill>
                  <a:srgbClr val="1A365D"/>
                </a:solidFill>
                <a:latin typeface="Calibri"/>
              </a:rPr>
              <a:t>Objetivo del experimento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36576"/>
          </a:xfrm>
          <a:prstGeom prst="rect">
            <a:avLst/>
          </a:prstGeom>
          <a:solidFill>
            <a:srgbClr val="C5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Calibri"/>
              </a:rPr>
              <a:t>Caracterizar el efecto de tres geometrias de apertura sobre la calidad de imagen lensless del payload, montadas entre la muestra y el sensor OV5647.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10698480" cy="1828800"/>
          </a:xfrm>
          <a:prstGeom prst="roundRect">
            <a:avLst/>
          </a:prstGeom>
          <a:solidFill>
            <a:srgbClr val="FEF5E7"/>
          </a:solidFill>
          <a:ln w="15240">
            <a:solidFill>
              <a:srgbClr val="C5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300" b="1">
                <a:solidFill>
                  <a:srgbClr val="C58F00"/>
                </a:solidFill>
                <a:latin typeface="Calibri"/>
              </a:rPr>
              <a:t>Preguntas que el experimento responde:</a:t>
            </a:r>
          </a:p>
          <a:p>
            <a:r>
              <a:rPr sz="1400">
                <a:solidFill>
                  <a:srgbClr val="333333"/>
                </a:solidFill>
                <a:latin typeface="Calibri"/>
              </a:rPr>
              <a:t>¿Que mascara da el mejor compromiso entre nitidez y luz disponible?</a:t>
            </a:r>
          </a:p>
          <a:p>
            <a:r>
              <a:rPr sz="1400">
                <a:solidFill>
                  <a:srgbClr val="333333"/>
                </a:solidFill>
                <a:latin typeface="Calibri"/>
              </a:rPr>
              <a:t>¿Que diferencias visibles aparecen entre rendija/cuadrada/circular?</a:t>
            </a:r>
          </a:p>
          <a:p>
            <a:r>
              <a:rPr sz="1400">
                <a:solidFill>
                  <a:srgbClr val="333333"/>
                </a:solidFill>
                <a:latin typeface="Calibri"/>
              </a:rPr>
              <a:t>¿En que modo de ensamblaje (A/B/C) cada mascara funciona mejor?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754880"/>
            <a:ext cx="10698480" cy="1280160"/>
          </a:xfrm>
          <a:prstGeom prst="roundRect">
            <a:avLst/>
          </a:prstGeom>
          <a:solidFill>
            <a:srgbClr val="E6FFFA"/>
          </a:solidFill>
          <a:ln w="15240">
            <a:solidFill>
              <a:srgbClr val="2F8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300" b="1">
                <a:solidFill>
                  <a:srgbClr val="2F855A"/>
                </a:solidFill>
                <a:latin typeface="Calibri"/>
              </a:rPr>
              <a:t>Variables controladas:</a:t>
            </a:r>
          </a:p>
          <a:p>
            <a:r>
              <a:rPr sz="1300">
                <a:solidFill>
                  <a:srgbClr val="333333"/>
                </a:solidFill>
                <a:latin typeface="Calibri"/>
              </a:rPr>
              <a:t>3 mascaras · 3 modos = 9 condiciones experimentales</a:t>
            </a:r>
          </a:p>
          <a:p>
            <a:r>
              <a:rPr sz="1300">
                <a:solidFill>
                  <a:srgbClr val="333333"/>
                </a:solidFill>
                <a:latin typeface="Calibri"/>
              </a:rPr>
              <a:t>Misma muestra (epidermis de cebolla) en todas las condiciones</a:t>
            </a:r>
          </a:p>
          <a:p>
            <a:r>
              <a:rPr sz="1300">
                <a:solidFill>
                  <a:srgbClr val="333333"/>
                </a:solidFill>
                <a:latin typeface="Calibri"/>
              </a:rPr>
              <a:t>Misma iluminacion OLED (patron bright-field uniforme)</a:t>
            </a:r>
          </a:p>
          <a:p>
            <a:r>
              <a:rPr sz="1300">
                <a:solidFill>
                  <a:srgbClr val="333333"/>
                </a:solidFill>
                <a:latin typeface="Calibri"/>
              </a:rPr>
              <a:t>Comparacion cuantitativa: contraste, resolucion, FOV utilizable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77777"/>
                </a:solidFill>
                <a:latin typeface="Calibri"/>
              </a:rPr>
              <a:t>INTISAT Payload — Microscopia FPM lensless | Experimento de mascaras opticas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77777"/>
                </a:solidFill>
                <a:latin typeface="Calibri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>
                <a:solidFill>
                  <a:srgbClr val="1A365D"/>
                </a:solidFill>
                <a:latin typeface="Calibri"/>
              </a:rPr>
              <a:t>Concepto: por que necesitamos una mascara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36576"/>
          </a:xfrm>
          <a:prstGeom prst="rect">
            <a:avLst/>
          </a:prstGeom>
          <a:solidFill>
            <a:srgbClr val="C5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Sin lente, cada punto de la muestra dispersa luz hacia muchos pixeles del sensor → blur. La mascara restringe los angulos que llegan al sensor o a la muestra.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10698480" cy="1280160"/>
          </a:xfrm>
          <a:prstGeom prst="roundRect">
            <a:avLst/>
          </a:prstGeom>
          <a:solidFill>
            <a:srgbClr val="F7FAFC"/>
          </a:solidFill>
          <a:ln w="1524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300" b="1">
                <a:solidFill>
                  <a:srgbClr val="1A365D"/>
                </a:solidFill>
                <a:latin typeface="Calibri"/>
              </a:rPr>
              <a:t>Geometria fundamental:</a:t>
            </a:r>
          </a:p>
          <a:p>
            <a:r>
              <a:rPr sz="1400">
                <a:solidFill>
                  <a:srgbClr val="333333"/>
                </a:solidFill>
                <a:latin typeface="Calibri"/>
              </a:rPr>
              <a:t>NA = sin(arctan(D / 2h))     ≈ D / (2h)  para angulos chicos</a:t>
            </a:r>
          </a:p>
          <a:p>
            <a:r>
              <a:rPr sz="140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sz="1400">
                <a:solidFill>
                  <a:srgbClr val="333333"/>
                </a:solidFill>
                <a:latin typeface="Calibri"/>
              </a:rPr>
              <a:t>donde:  D = tamaño caracteristico de la apertura  ·  h = distancia mascara - sensor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28800" y="3840480"/>
          <a:ext cx="85039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5980"/>
                <a:gridCol w="2125980"/>
                <a:gridCol w="2125980"/>
                <a:gridCol w="2125980"/>
              </a:tblGrid>
              <a:tr h="402336">
                <a:tc>
                  <a:txBody>
                    <a:bodyPr lIns="54864" rIns="54864" tIns="36576" bIns="36576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 (mm)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 = 0.5 mm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 = 1.0 mm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 = 2.0 mm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402336">
                <a:tc>
                  <a:txBody>
                    <a:bodyPr lIns="54864" rIns="54864" tIns="36576" bIns="36576"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0.5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NA = 0.45 (26°)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NA = 0.71 (45°)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abierto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402336">
                <a:tc>
                  <a:txBody>
                    <a:bodyPr lIns="54864" rIns="54864" tIns="36576" bIns="36576"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NA = 0.24 (14°)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NA = 0.45 (26°)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NA = 0.71 (45°)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lIns="54864" rIns="54864" tIns="36576" bIns="36576"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1.5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NA = 0.16 (10°)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NA = 0.32 (18°)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NA = 0.55 (33°)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402336">
                <a:tc>
                  <a:txBody>
                    <a:bodyPr lIns="54864" rIns="54864" tIns="36576" bIns="36576"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NA = 0.12 (7°)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NA = 0.24 (14°)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NA = 0.45 (26°)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58F00"/>
                </a:solidFill>
                <a:latin typeface="Calibri"/>
              </a:rPr>
              <a:t>Regla: NA bajo = nitidez alta + poca luz | NA alto = mucha luz + blur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77777"/>
                </a:solidFill>
                <a:latin typeface="Calibri"/>
              </a:rPr>
              <a:t>INTISAT Payload — Microscopia FPM lensless | Experimento de mascaras opticas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77777"/>
                </a:solidFill>
                <a:latin typeface="Calibri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>
                <a:solidFill>
                  <a:srgbClr val="1A365D"/>
                </a:solidFill>
                <a:latin typeface="Calibri"/>
              </a:rPr>
              <a:t>Las tres mascaras fabricadas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36576"/>
          </a:xfrm>
          <a:prstGeom prst="rect">
            <a:avLst/>
          </a:prstGeom>
          <a:solidFill>
            <a:srgbClr val="C5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Cada mascara: placa exterior 25 x 25 mm con orejas de fijacion. Diferencia: SOLO la geometria del hueco central.</a:t>
            </a:r>
          </a:p>
        </p:txBody>
      </p:sp>
      <p:pic>
        <p:nvPicPr>
          <p:cNvPr id="5" name="Picture 4" descr="rendija_(slit)_100_µm_x_4_m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11680"/>
            <a:ext cx="3657600" cy="435216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852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365D"/>
                </a:solidFill>
                <a:latin typeface="Calibri"/>
              </a:rPr>
              <a:t>Rendija lineal (slit)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72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58F00"/>
                </a:solidFill>
                <a:latin typeface="Consolas"/>
              </a:rPr>
              <a:t>100 μm × 4 mm</a:t>
            </a:r>
          </a:p>
        </p:txBody>
      </p:sp>
      <p:pic>
        <p:nvPicPr>
          <p:cNvPr id="8" name="Picture 7" descr="apertura_cuadrada_1.5x1.5_m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2011680"/>
            <a:ext cx="3657600" cy="435216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389120" y="5852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365D"/>
                </a:solidFill>
                <a:latin typeface="Calibri"/>
              </a:rPr>
              <a:t>Apertura cuadrada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6172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58F00"/>
                </a:solidFill>
                <a:latin typeface="Consolas"/>
              </a:rPr>
              <a:t>1.5 × 1.5 mm</a:t>
            </a:r>
          </a:p>
        </p:txBody>
      </p:sp>
      <p:pic>
        <p:nvPicPr>
          <p:cNvPr id="11" name="Picture 10" descr="pinhole_circular_d1.0_m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2011680"/>
            <a:ext cx="3657600" cy="435216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321040" y="5852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365D"/>
                </a:solidFill>
                <a:latin typeface="Calibri"/>
              </a:rPr>
              <a:t>Pinhole circular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6172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58F00"/>
                </a:solidFill>
                <a:latin typeface="Consolas"/>
              </a:rPr>
              <a:t>Ø 1.0 mm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922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77777"/>
                </a:solidFill>
                <a:latin typeface="Calibri"/>
              </a:rPr>
              <a:t>INTISAT Payload — Microscopia FPM lensless | Experimento de mascaras opticas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77777"/>
                </a:solidFill>
                <a:latin typeface="Calibri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>
                <a:solidFill>
                  <a:srgbClr val="1A365D"/>
                </a:solidFill>
                <a:latin typeface="Calibri"/>
              </a:rPr>
              <a:t>Tres modos de ensamblaje sobre el OV5647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36576"/>
          </a:xfrm>
          <a:prstGeom prst="rect">
            <a:avLst/>
          </a:prstGeom>
          <a:solidFill>
            <a:srgbClr val="C5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La misma mascara puede montarse de tres formas diferentes. Cada modo tiene un compromiso distinto entre nitidez y control angular.</a:t>
            </a:r>
          </a:p>
        </p:txBody>
      </p:sp>
      <p:pic>
        <p:nvPicPr>
          <p:cNvPr id="5" name="Picture 4" descr="aperture_masks_assemb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11680"/>
            <a:ext cx="11430000" cy="53795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922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77777"/>
                </a:solidFill>
                <a:latin typeface="Calibri"/>
              </a:rPr>
              <a:t>INTISAT Payload — Microscopia FPM lensless | Experimento de mascaras opticas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77777"/>
                </a:solidFill>
                <a:latin typeface="Calibri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>
                <a:solidFill>
                  <a:srgbClr val="1A365D"/>
                </a:solidFill>
                <a:latin typeface="Calibri"/>
              </a:rPr>
              <a:t>Hipotesis 1 — Rendija lineal (slit)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36576"/>
          </a:xfrm>
          <a:prstGeom prst="rect">
            <a:avLst/>
          </a:prstGeom>
          <a:solidFill>
            <a:srgbClr val="C5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endija_(slit)_100_µm_x_4_m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4114800" cy="489618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0" y="15544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365D"/>
                </a:solidFill>
                <a:latin typeface="Calibri"/>
              </a:rPr>
              <a:t>Que esperamos 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103120"/>
            <a:ext cx="6858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Resolucion ALTA en el eje perpendicular a la rendija (eje corto: 100 μm)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Resolucion BAJA en el eje paralelo a la rendija (campo abierto)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Imagen tipo "line scan": una franja nitida y el resto borroso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Util para confirmar el plano de enfoque y para line-scanning rotando la muestra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Caso especial: con OLED puntual, da el mejor SNR de las tres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029200"/>
            <a:ext cx="11247120" cy="1280160"/>
          </a:xfrm>
          <a:prstGeom prst="roundRect">
            <a:avLst/>
          </a:prstGeom>
          <a:solidFill>
            <a:srgbClr val="F7FAFC"/>
          </a:solidFill>
          <a:ln w="1524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300" b="1">
                <a:solidFill>
                  <a:srgbClr val="1A365D"/>
                </a:solidFill>
                <a:latin typeface="Calibri"/>
              </a:rPr>
              <a:t>Calculo:</a:t>
            </a:r>
          </a:p>
          <a:p>
            <a:r>
              <a:rPr sz="1200">
                <a:solidFill>
                  <a:srgbClr val="333333"/>
                </a:solidFill>
                <a:latin typeface="Calibri"/>
              </a:rPr>
              <a:t>NA_eje_corto = 100 μm / (2 × 1500 μm) ≈ 0.033</a:t>
            </a:r>
          </a:p>
          <a:p>
            <a:r>
              <a:rPr sz="1200">
                <a:solidFill>
                  <a:srgbClr val="333333"/>
                </a:solidFill>
                <a:latin typeface="Calibri"/>
              </a:rPr>
              <a:t>Resolucion teorica (Abbe, λ=550 nm): d ≈ 8 μm en el eje fino</a:t>
            </a:r>
          </a:p>
          <a:p>
            <a:r>
              <a:rPr sz="1200">
                <a:solidFill>
                  <a:srgbClr val="333333"/>
                </a:solidFill>
                <a:latin typeface="Calibri"/>
              </a:rPr>
              <a:t>Lo otro: campo abierto, blur libre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77777"/>
                </a:solidFill>
                <a:latin typeface="Calibri"/>
              </a:rPr>
              <a:t>INTISAT Payload — Microscopia FPM lensless | Experimento de mascaras opticas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77777"/>
                </a:solidFill>
                <a:latin typeface="Calibri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>
                <a:solidFill>
                  <a:srgbClr val="1A365D"/>
                </a:solidFill>
                <a:latin typeface="Calibri"/>
              </a:rPr>
              <a:t>Hipotesis 2 — Apertura cuadrada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36576"/>
          </a:xfrm>
          <a:prstGeom prst="rect">
            <a:avLst/>
          </a:prstGeom>
          <a:solidFill>
            <a:srgbClr val="C5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pertura_cuadrada_1.5x1.5_m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4114800" cy="489618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0" y="15544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365D"/>
                </a:solidFill>
                <a:latin typeface="Calibri"/>
              </a:rPr>
              <a:t>Que esperamos 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103120"/>
            <a:ext cx="6858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FOV cuadrado bien definido — bordes rectos visibles en el sensor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Resolucion uniforme en X e Y (no privilegia ningun eje)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Mas luz que el pinhole circular (area = 2.25 mm² vs 0.79 mm²)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Diffraccion en las esquinas: aparecen patrones cruzados (sinc-cuadrado)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Bueno para test de calibracion: el cuadrado en la imagen confirma alineacion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029200"/>
            <a:ext cx="11247120" cy="1280160"/>
          </a:xfrm>
          <a:prstGeom prst="roundRect">
            <a:avLst/>
          </a:prstGeom>
          <a:solidFill>
            <a:srgbClr val="F7FAFC"/>
          </a:solidFill>
          <a:ln w="1524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300" b="1">
                <a:solidFill>
                  <a:srgbClr val="1A365D"/>
                </a:solidFill>
                <a:latin typeface="Calibri"/>
              </a:rPr>
              <a:t>Calculo:</a:t>
            </a:r>
          </a:p>
          <a:p>
            <a:r>
              <a:rPr sz="1200">
                <a:solidFill>
                  <a:srgbClr val="333333"/>
                </a:solidFill>
                <a:latin typeface="Calibri"/>
              </a:rPr>
              <a:t>NA = 0.75 mm / 1500 μm ≈ 0.50 en eje X o Y</a:t>
            </a:r>
          </a:p>
          <a:p>
            <a:r>
              <a:rPr sz="1200">
                <a:solidFill>
                  <a:srgbClr val="333333"/>
                </a:solidFill>
                <a:latin typeface="Calibri"/>
              </a:rPr>
              <a:t>Diagonal: NA ≈ 0.71  →  resolucion direccional</a:t>
            </a:r>
          </a:p>
          <a:p>
            <a:r>
              <a:rPr sz="1200">
                <a:solidFill>
                  <a:srgbClr val="333333"/>
                </a:solidFill>
                <a:latin typeface="Calibri"/>
              </a:rPr>
              <a:t>Transmitancia ≈ 32% (vs 11% del pinhole de 1 mm)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77777"/>
                </a:solidFill>
                <a:latin typeface="Calibri"/>
              </a:rPr>
              <a:t>INTISAT Payload — Microscopia FPM lensless | Experimento de mascaras opticas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77777"/>
                </a:solidFill>
                <a:latin typeface="Calibri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>
                <a:solidFill>
                  <a:srgbClr val="1A365D"/>
                </a:solidFill>
                <a:latin typeface="Calibri"/>
              </a:rPr>
              <a:t>Hipotesis 3 — Pinhole circular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36576"/>
          </a:xfrm>
          <a:prstGeom prst="rect">
            <a:avLst/>
          </a:prstGeom>
          <a:solidFill>
            <a:srgbClr val="C5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inhole_circular_d1.0_m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4114800" cy="489618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0" y="15544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365D"/>
                </a:solidFill>
                <a:latin typeface="Calibri"/>
              </a:rPr>
              <a:t>Que esperamos 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103120"/>
            <a:ext cx="6858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FOV circular — el contorno es un disco uniforme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Resolucion isotropica (igual en todas direcciones)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Patron Airy: anillos concentricos cuando hay difraccion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El estandar de comparacion — todos los textos de optica usan pinhole circular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Si quereis CONTAR celulas correctamente, este es el mas confiable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029200"/>
            <a:ext cx="11247120" cy="1280160"/>
          </a:xfrm>
          <a:prstGeom prst="roundRect">
            <a:avLst/>
          </a:prstGeom>
          <a:solidFill>
            <a:srgbClr val="F7FAFC"/>
          </a:solidFill>
          <a:ln w="1524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300" b="1">
                <a:solidFill>
                  <a:srgbClr val="1A365D"/>
                </a:solidFill>
                <a:latin typeface="Calibri"/>
              </a:rPr>
              <a:t>Calculo:</a:t>
            </a:r>
          </a:p>
          <a:p>
            <a:r>
              <a:rPr sz="1200">
                <a:solidFill>
                  <a:srgbClr val="333333"/>
                </a:solidFill>
                <a:latin typeface="Calibri"/>
              </a:rPr>
              <a:t>NA = 0.5 mm / 1500 μm ≈ 0.33 (uniforme en todas direcciones)</a:t>
            </a:r>
          </a:p>
          <a:p>
            <a:r>
              <a:rPr sz="1200">
                <a:solidFill>
                  <a:srgbClr val="333333"/>
                </a:solidFill>
                <a:latin typeface="Calibri"/>
              </a:rPr>
              <a:t>Resolucion Airy: 1.22·λ/(2·NA) ≈ 1.0 μm para λ=550 nm</a:t>
            </a:r>
          </a:p>
          <a:p>
            <a:r>
              <a:rPr sz="1200">
                <a:solidFill>
                  <a:srgbClr val="333333"/>
                </a:solidFill>
                <a:latin typeface="Calibri"/>
              </a:rPr>
              <a:t>Transmitancia ≈ 11% (la mas baja de las tres)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77777"/>
                </a:solidFill>
                <a:latin typeface="Calibri"/>
              </a:rPr>
              <a:t>INTISAT Payload — Microscopia FPM lensless | Experimento de mascaras opticas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77777"/>
                </a:solidFill>
                <a:latin typeface="Calibri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>
                <a:solidFill>
                  <a:srgbClr val="1A365D"/>
                </a:solidFill>
                <a:latin typeface="Calibri"/>
              </a:rPr>
              <a:t>Matriz experimental: 3 mascaras × 3 modos = 9 condiciones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36576"/>
          </a:xfrm>
          <a:prstGeom prst="rect">
            <a:avLst/>
          </a:prstGeom>
          <a:solidFill>
            <a:srgbClr val="C5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Cada celda de la tabla es un experimento. Misma muestra, misma iluminacion.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011680"/>
          <a:ext cx="11247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571500">
                <a:tc>
                  <a:txBody>
                    <a:bodyPr lIns="54864" rIns="54864" tIns="36576" bIns="36576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Mascara \ Modo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A) contact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B) lensless + spacer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C) contact + mascara arriba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571500">
                <a:tc>
                  <a:txBody>
                    <a:bodyPr lIns="54864" rIns="54864" tIns="36576" bIns="36576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Slit (rendija)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shadow line scan + blur OLED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line scan claro, perdida de luz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DPC con corte X o Y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571500">
                <a:tc>
                  <a:txBody>
                    <a:bodyPr lIns="54864" rIns="54864" tIns="36576" bIns="36576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Cuadrada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FOV cuadrado borroso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FOV cuadrado nitido, mas luz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iluminacion cuadrada controlada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54864" rIns="54864" tIns="36576" bIns="36576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Pinhole circular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FOV circular borroso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FOV circular nitido — referencia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Köhler simplificado, contraste limpio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4572000"/>
            <a:ext cx="11247120" cy="1645920"/>
          </a:xfrm>
          <a:prstGeom prst="roundRect">
            <a:avLst/>
          </a:prstGeom>
          <a:solidFill>
            <a:srgbClr val="E6FFFA"/>
          </a:solidFill>
          <a:ln w="15240">
            <a:solidFill>
              <a:srgbClr val="2F8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300" b="1">
                <a:solidFill>
                  <a:srgbClr val="2F855A"/>
                </a:solidFill>
                <a:latin typeface="Calibri"/>
              </a:rPr>
              <a:t>Plan logistico:</a:t>
            </a:r>
          </a:p>
          <a:p>
            <a:r>
              <a:rPr sz="1200">
                <a:solidFill>
                  <a:srgbClr val="333333"/>
                </a:solidFill>
                <a:latin typeface="Calibri"/>
              </a:rPr>
              <a:t>Total: 9 capturas (idealmente 3 repeticiones por celda → 27 capturas)</a:t>
            </a:r>
          </a:p>
          <a:p>
            <a:r>
              <a:rPr sz="1200">
                <a:solidFill>
                  <a:srgbClr val="333333"/>
                </a:solidFill>
                <a:latin typeface="Calibri"/>
              </a:rPr>
              <a:t>Cada captura: 1 imagen RAW + 1 imagen procesada + log JSON con metadatos</a:t>
            </a:r>
          </a:p>
          <a:p>
            <a:r>
              <a:rPr sz="1200">
                <a:solidFill>
                  <a:srgbClr val="333333"/>
                </a:solidFill>
                <a:latin typeface="Calibri"/>
              </a:rPr>
              <a:t>Tiempo estimado por celda: 5 min (incluye montaje y captura)</a:t>
            </a:r>
          </a:p>
          <a:p>
            <a:r>
              <a:rPr sz="1200">
                <a:solidFill>
                  <a:srgbClr val="333333"/>
                </a:solidFill>
                <a:latin typeface="Calibri"/>
              </a:rPr>
              <a:t>Total experimento: ~ 1 - 2 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77777"/>
                </a:solidFill>
                <a:latin typeface="Calibri"/>
              </a:rPr>
              <a:t>INTISAT Payload — Microscopia FPM lensless | Experimento de mascaras opticas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77777"/>
                </a:solidFill>
                <a:latin typeface="Calibr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>
                <a:solidFill>
                  <a:srgbClr val="1A365D"/>
                </a:solidFill>
                <a:latin typeface="Calibri"/>
              </a:rPr>
              <a:t>Metricas a medir y como compararlas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36576"/>
          </a:xfrm>
          <a:prstGeom prst="rect">
            <a:avLst/>
          </a:prstGeom>
          <a:solidFill>
            <a:srgbClr val="C5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Para cada captura calculamos las siguientes metricas, ya implementadas en el pipeline.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2011680"/>
          <a:ext cx="11430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587828">
                <a:tc>
                  <a:txBody>
                    <a:bodyPr lIns="54864" rIns="54864" tIns="36576" bIns="36576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Metrica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Definicion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Como se mide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Que espero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587828">
                <a:tc>
                  <a:txBody>
                    <a:bodyPr lIns="54864" rIns="54864" tIns="36576" bIns="36576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Resolucion (FWHM)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Ancho a media altura de un borde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Edge spread function en una pared celular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Pinhole &lt; cuadrada &lt; slit (eje fino)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587828">
                <a:tc>
                  <a:txBody>
                    <a:bodyPr lIns="54864" rIns="54864" tIns="36576" bIns="36576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Contraste (Michelson)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(Imax - Imin) / (Imax + Imin)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ROI sobre celula vs fondo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Pinhole &gt; slit &gt; cuadrada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 lIns="54864" rIns="54864" tIns="36576" bIns="36576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SNR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media / desvio en zona uniforme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ROI lejos de la muestra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Slit &gt; cuadrada &gt; pinhole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587828">
                <a:tc>
                  <a:txBody>
                    <a:bodyPr lIns="54864" rIns="54864" tIns="36576" bIns="36576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FOV utilizable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% del sensor con buena nitidez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binarizar y contar pixels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Cuadrada &gt; pinhole &gt; slit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 lIns="54864" rIns="54864" tIns="36576" bIns="36576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# celulas detectadas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Salida del segmentador StarDist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automatico via pipeline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Cuadrada (mas FOV) o pinhole (mas nitido)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587832">
                <a:tc>
                  <a:txBody>
                    <a:bodyPr lIns="54864" rIns="54864" tIns="36576" bIns="36576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Brillo medio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valor de gris promedio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media global ROI muestra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Cuadrada &gt; slit &gt; pinhole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922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77777"/>
                </a:solidFill>
                <a:latin typeface="Calibri"/>
              </a:rPr>
              <a:t>INTISAT Payload — Microscopia FPM lensless | Experimento de mascaras opticas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77777"/>
                </a:solidFill>
                <a:latin typeface="Calibr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>
                <a:solidFill>
                  <a:srgbClr val="1A365D"/>
                </a:solidFill>
                <a:latin typeface="Calibri"/>
              </a:rPr>
              <a:t>Cuadro de resultados esperados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36576"/>
          </a:xfrm>
          <a:prstGeom prst="rect">
            <a:avLst/>
          </a:prstGeom>
          <a:solidFill>
            <a:srgbClr val="C5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Sintetiza nuestras hipotesis: que mascara tiene la ventaja en cada metrica.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920240"/>
          <a:ext cx="112471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496388">
                <a:tc>
                  <a:txBody>
                    <a:bodyPr lIns="54864" rIns="54864" tIns="36576" bIns="36576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Slit (rendija)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Cuadrada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Pinhole circular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496388">
                <a:tc>
                  <a:txBody>
                    <a:bodyPr lIns="54864" rIns="54864" tIns="36576" bIns="36576"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Resolucion (eje fino)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★★★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★★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★★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496388">
                <a:tc>
                  <a:txBody>
                    <a:bodyPr lIns="54864" rIns="54864" tIns="36576" bIns="36576"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Resolucion uniforme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★★★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 lIns="54864" rIns="54864" tIns="36576" bIns="36576"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Luz / SNR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★★★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★★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★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496388">
                <a:tc>
                  <a:txBody>
                    <a:bodyPr lIns="54864" rIns="54864" tIns="36576" bIns="36576"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FOV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★★ (linea)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★★★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 lIns="54864" rIns="54864" tIns="36576" bIns="36576"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Simplicidad de analisis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★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★★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★★★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496392">
                <a:tc>
                  <a:txBody>
                    <a:bodyPr lIns="54864" rIns="54864" tIns="36576" bIns="36576"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Caso de uso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line-scan, perfilometria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lensless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calibracion, referencia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5577840"/>
            <a:ext cx="11247120" cy="914400"/>
          </a:xfrm>
          <a:prstGeom prst="roundRect">
            <a:avLst/>
          </a:prstGeom>
          <a:solidFill>
            <a:srgbClr val="FEF5E7"/>
          </a:solidFill>
          <a:ln w="15240">
            <a:solidFill>
              <a:srgbClr val="C5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300" b="1">
                <a:solidFill>
                  <a:srgbClr val="C58F00"/>
                </a:solidFill>
                <a:latin typeface="Calibri"/>
              </a:rPr>
              <a:t>Recomendacion preliminar:</a:t>
            </a:r>
          </a:p>
          <a:p>
            <a:r>
              <a:rPr sz="1200">
                <a:solidFill>
                  <a:srgbClr val="333333"/>
                </a:solidFill>
                <a:latin typeface="Calibri"/>
              </a:rPr>
              <a:t>• Pinhole circular = referencia metrologica (la prediccion mas confiable).</a:t>
            </a:r>
          </a:p>
          <a:p>
            <a:r>
              <a:rPr sz="1200">
                <a:solidFill>
                  <a:srgbClr val="333333"/>
                </a:solidFill>
                <a:latin typeface="Calibri"/>
              </a:rPr>
              <a:t>• Cuadrada = workhorse para uso general (mas luz, FOV completo).</a:t>
            </a:r>
          </a:p>
          <a:p>
            <a:r>
              <a:rPr sz="1200">
                <a:solidFill>
                  <a:srgbClr val="333333"/>
                </a:solidFill>
                <a:latin typeface="Calibri"/>
              </a:rPr>
              <a:t>• Slit = caso especial; util para line-scanning o medir un eje con maxima resolucion.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77777"/>
                </a:solidFill>
                <a:latin typeface="Calibri"/>
              </a:rPr>
              <a:t>INTISAT Payload — Microscopia FPM lensless | Experimento de mascaras opticas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77777"/>
                </a:solidFill>
                <a:latin typeface="Calibr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>
                <a:solidFill>
                  <a:srgbClr val="1A365D"/>
                </a:solidFill>
                <a:latin typeface="Calibri"/>
              </a:rPr>
              <a:t>Procedimiento experimental paso a paso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36576"/>
          </a:xfrm>
          <a:prstGeom prst="rect">
            <a:avLst/>
          </a:prstGeom>
          <a:solidFill>
            <a:srgbClr val="C5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  1. Calibracion previa: regleta de 1 mm en cada modo → confirmar μm/px.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  2. Imprimir/cortar las 3 mascaras (PLA negro 0.4 mm o aluminio anodizado).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  3. Limpiar cover glass del OV5647 con alcohol isopropilico.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  4. Preparar muestra: corte de epidermis de cebolla (~ 5 mm × 5 mm).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  5. Para cada mascara × modo (9 combinaciones):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      a. Montar la mascara con el spacer correspondiente (h = 1.5 o 4.0 mm).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      b. Encender OLED en patron bright-field uniforme.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      c. Capturar 3 imagenes (control de repetibilidad).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      d. Guardar en /var/cubesat/incoming/exp_&lt;mask&gt;_&lt;mode&gt;_&lt;rep&gt;/.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  6. Procesar todas las capturas con pipeline.controller.run() → genera CSV de metricas.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  7. Comparar metricas (Slide 11) entre celdas → confirmar/refutar hipotesis.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  8. Documentar resultados en exp_&lt;fecha&gt;/RESULTS.md y subir a GitHub.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77777"/>
                </a:solidFill>
                <a:latin typeface="Calibri"/>
              </a:rPr>
              <a:t>INTISAT Payload — Microscopia FPM lensless | Experimento de mascaras opticas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77777"/>
                </a:solidFill>
                <a:latin typeface="Calibr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>
                <a:solidFill>
                  <a:srgbClr val="1A365D"/>
                </a:solidFill>
                <a:latin typeface="Calibri"/>
              </a:rPr>
              <a:t>Riesgos, limitaciones y proximos pasos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36576"/>
          </a:xfrm>
          <a:prstGeom prst="rect">
            <a:avLst/>
          </a:prstGeom>
          <a:solidFill>
            <a:srgbClr val="C5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47120" cy="2194560"/>
          </a:xfrm>
          <a:prstGeom prst="roundRect">
            <a:avLst/>
          </a:prstGeom>
          <a:solidFill>
            <a:srgbClr val="FEE2E2"/>
          </a:solidFill>
          <a:ln w="15240">
            <a:solidFill>
              <a:srgbClr val="C5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300" b="1">
                <a:solidFill>
                  <a:srgbClr val="C53C3C"/>
                </a:solidFill>
                <a:latin typeface="Calibri"/>
              </a:rPr>
              <a:t>Riesgos identificados:</a:t>
            </a:r>
          </a:p>
          <a:p>
            <a:r>
              <a:rPr sz="1200">
                <a:solidFill>
                  <a:srgbClr val="333333"/>
                </a:solidFill>
                <a:latin typeface="Calibri"/>
              </a:rPr>
              <a:t>• Tolerancias de fabricacion: si la rendija de 100 μm sale a 200 μm, la NA cambia ×2.</a:t>
            </a:r>
          </a:p>
          <a:p>
            <a:r>
              <a:rPr sz="1200">
                <a:solidFill>
                  <a:srgbClr val="333333"/>
                </a:solidFill>
                <a:latin typeface="Calibri"/>
              </a:rPr>
              <a:t>• Alineacion mecanica: descentrado de 0.5 mm = sombra del borde de mascara.</a:t>
            </a:r>
          </a:p>
          <a:p>
            <a:r>
              <a:rPr sz="1200">
                <a:solidFill>
                  <a:srgbClr val="333333"/>
                </a:solidFill>
                <a:latin typeface="Calibri"/>
              </a:rPr>
              <a:t>• Iluminacion no uniforme: el OLED puede tener gradiente → afecta contraste.</a:t>
            </a:r>
          </a:p>
          <a:p>
            <a:r>
              <a:rPr sz="1200">
                <a:solidFill>
                  <a:srgbClr val="333333"/>
                </a:solidFill>
                <a:latin typeface="Calibri"/>
              </a:rPr>
              <a:t>• Reflexiones internas: el lado expuesto debe ser MATE (no brillante).</a:t>
            </a:r>
          </a:p>
          <a:p>
            <a:r>
              <a:rPr sz="1200">
                <a:solidFill>
                  <a:srgbClr val="333333"/>
                </a:solidFill>
                <a:latin typeface="Calibri"/>
              </a:rPr>
              <a:t>• Limpieza: una mota en la mascara aparece como punto oscuro fijo en todas las imagenes.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749039"/>
            <a:ext cx="11247120" cy="2377440"/>
          </a:xfrm>
          <a:prstGeom prst="roundRect">
            <a:avLst/>
          </a:prstGeom>
          <a:solidFill>
            <a:srgbClr val="E6FFFA"/>
          </a:solidFill>
          <a:ln w="15240">
            <a:solidFill>
              <a:srgbClr val="2F8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300" b="1">
                <a:solidFill>
                  <a:srgbClr val="2F855A"/>
                </a:solidFill>
                <a:latin typeface="Calibri"/>
              </a:rPr>
              <a:t>Proximos pasos:</a:t>
            </a:r>
          </a:p>
          <a:p>
            <a:r>
              <a:rPr sz="1200">
                <a:solidFill>
                  <a:srgbClr val="333333"/>
                </a:solidFill>
                <a:latin typeface="Calibri"/>
              </a:rPr>
              <a:t>1. Una vez completado este experimento, repetir con OLED en single-LED (FPM) para ver si el blur cambia con iluminacion puntual.</a:t>
            </a:r>
          </a:p>
          <a:p>
            <a:r>
              <a:rPr sz="1200">
                <a:solidFill>
                  <a:srgbClr val="333333"/>
                </a:solidFill>
                <a:latin typeface="Calibri"/>
              </a:rPr>
              <a:t>2. Probar mascara honeycomb (5×5 pinholes) como cuarto candidato.</a:t>
            </a:r>
          </a:p>
          <a:p>
            <a:r>
              <a:rPr sz="1200">
                <a:solidFill>
                  <a:srgbClr val="333333"/>
                </a:solidFill>
                <a:latin typeface="Calibri"/>
              </a:rPr>
              <a:t>3. Implementar DPC con la mascara C en cuatro orientaciones.</a:t>
            </a:r>
          </a:p>
          <a:p>
            <a:r>
              <a:rPr sz="1200">
                <a:solidFill>
                  <a:srgbClr val="333333"/>
                </a:solidFill>
                <a:latin typeface="Calibri"/>
              </a:rPr>
              <a:t>4. Medir profundidad de campo: muestra a distintas alturas.</a:t>
            </a:r>
          </a:p>
          <a:p>
            <a:r>
              <a:rPr sz="1200">
                <a:solidFill>
                  <a:srgbClr val="333333"/>
                </a:solidFill>
                <a:latin typeface="Calibri"/>
              </a:rPr>
              <a:t>5. Integrar la mejor mascara al payload final del CubeSat.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77777"/>
                </a:solidFill>
                <a:latin typeface="Calibri"/>
              </a:rPr>
              <a:t>INTISAT Payload — Microscopia FPM lensless | Experimento de mascaras opticas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77777"/>
                </a:solidFill>
                <a:latin typeface="Calibri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PUCP">
      <a:dk1>
        <a:srgbClr val="191919"/>
      </a:dk1>
      <a:lt1>
        <a:srgbClr val="FFFFFF"/>
      </a:lt1>
      <a:dk2>
        <a:srgbClr val="042354"/>
      </a:dk2>
      <a:lt2>
        <a:srgbClr val="E7EDED"/>
      </a:lt2>
      <a:accent1>
        <a:srgbClr val="2841DD"/>
      </a:accent1>
      <a:accent2>
        <a:srgbClr val="FF9929"/>
      </a:accent2>
      <a:accent3>
        <a:srgbClr val="7F32C8"/>
      </a:accent3>
      <a:accent4>
        <a:srgbClr val="F0AE19"/>
      </a:accent4>
      <a:accent5>
        <a:srgbClr val="0A7BC2"/>
      </a:accent5>
      <a:accent6>
        <a:srgbClr val="16C78E"/>
      </a:accent6>
      <a:hlink>
        <a:srgbClr val="004EA8"/>
      </a:hlink>
      <a:folHlink>
        <a:srgbClr val="C309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</Words>
  <Application>Microsoft Office PowerPoint</Application>
  <PresentationFormat>Panorámica</PresentationFormat>
  <Paragraphs>3</Paragraphs>
  <Slides>3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6" baseType="lpstr">
      <vt:lpstr>Arial</vt:lpstr>
      <vt:lpstr>Calibri</vt:lpstr>
      <vt:lpstr>Tema de Office</vt:lpstr>
      <vt:lpstr>xxxxxxxxxxx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Neils Edison Vilchez Lagos</cp:lastModifiedBy>
  <cp:revision>4</cp:revision>
  <dcterms:modified xsi:type="dcterms:W3CDTF">2026-02-11T16:23:11Z</dcterms:modified>
</cp:coreProperties>
</file>